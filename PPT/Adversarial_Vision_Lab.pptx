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32C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VISION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Securing Vision AI Matters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models are being trusted with decisions that matter — content moderation, document verification, autonomous perception. But small, often invisible changes to an image can flip a model's prediction entirely.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232C6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pixel-shifted images fooled our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 in testing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324612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232C6E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3484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from Gaussian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alone — imperceptible to the eye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324612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232C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00100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teams can assume their vision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safe by default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Vision Lab tests exactly how fragile these pipelines are — and how much a defense layer can win back.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 Statement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image moves from upload to a verdict on model robustness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96596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596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3959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539496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PNG/JPEG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(validated &amp; resized)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71216" y="265176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65576" y="196596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5676" y="2240280"/>
            <a:ext cx="731520" cy="7315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426567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🧨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3465576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02736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or steganography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on demand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91656" y="196596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1756" y="2240280"/>
            <a:ext cx="731520" cy="731520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8" name="Text 16"/>
          <p:cNvSpPr/>
          <p:nvPr/>
        </p:nvSpPr>
        <p:spPr>
          <a:xfrm>
            <a:off x="719175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6391656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28816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EXIF strip +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filter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23376" y="265176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17736" y="1965960"/>
            <a:ext cx="23317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7836" y="2240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783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760" dirty="0"/>
          </a:p>
        </p:txBody>
      </p:sp>
      <p:sp>
        <p:nvSpPr>
          <p:cNvPr id="25" name="Text 23"/>
          <p:cNvSpPr/>
          <p:nvPr/>
        </p:nvSpPr>
        <p:spPr>
          <a:xfrm>
            <a:off x="9317736" y="3108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54896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or LLaVA classifies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is compared side-by-side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Attacked → Defended predictions and confidence scores are logged for each run, so an attack's success and a defense's recovery are both measurable, not anecdotal.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System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attack –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loop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real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the live Streamlit dashboard — no slides, no simulation.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685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5394960" y="658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a clean image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 everyday photo — the ViT baseline gets it right.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5394960" y="19842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an attack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235915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Gaussian noise or pixel shift and watch the label flip.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5394960" y="33101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the defense filter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368503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EXIF stripping + blur back 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46634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5394960" y="4636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recovery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50109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→ attacked → defended, side by side, live.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Charts &amp;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test set — 20 images per attack type</a:t>
            </a:r>
            <a:endParaRPr lang="en-US" sz="1300" dirty="0"/>
          </a:p>
        </p:txBody>
      </p:sp>
      <p:pic>
        <p:nvPicPr>
          <p:cNvPr id="4" name="Image 0" descr="results/chart1_attack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532120" cy="3200400"/>
          </a:xfrm>
          <a:prstGeom prst="rect">
            <a:avLst/>
          </a:prstGeom>
        </p:spPr>
      </p:pic>
      <p:pic>
        <p:nvPicPr>
          <p:cNvPr id="5" name="Image 1" descr="results/chart2_defense_recov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53212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4892040"/>
            <a:ext cx="54864" cy="14173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4864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shift is the most dangerous attack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5440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 rate — every single test image was misclassified.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251960" y="4892040"/>
            <a:ext cx="54864" cy="1417320"/>
          </a:xfrm>
          <a:prstGeom prst="rect">
            <a:avLst/>
          </a:prstGeom>
          <a:solidFill>
            <a:srgbClr val="2FBF71"/>
          </a:solidFill>
          <a:ln/>
        </p:spPr>
      </p:sp>
      <p:sp>
        <p:nvSpPr>
          <p:cNvPr id="10" name="Text 6"/>
          <p:cNvSpPr/>
          <p:nvPr/>
        </p:nvSpPr>
        <p:spPr>
          <a:xfrm>
            <a:off x="4480560" y="4864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 filter reliably recovers accuracy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480560" y="5440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successful attacks were undone by EXIF-strip + blur.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863840" y="4892040"/>
            <a:ext cx="54864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8092440" y="48646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alone doesn't fool the vision model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092440" y="5440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success — hidden EXIF/LSB payloads don't reach the classifier.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Benchmark Charts &amp; Findings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attacks are cheap to run and devastating — no gradient access needed.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defense filter (EXIF strip + blur) recovers most of what noise attacks break.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drop even when the label survives — worth tracking separately from label flips.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8932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89320" y="17830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benchmark set beyond 20 images per attack for tighter confidence intervals.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adaptive/gradient-based attacks to stress-test beyond the current black-box methods.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defenses (denoising + blur) to close the gap on pixel-shift recovery.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232C6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507492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Key Learnings &amp; Future Enhancements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2026-08-05T09:19:53Z</dcterms:created>
  <dcterms:modified xsi:type="dcterms:W3CDTF">2026-08-05T09:19:53Z</dcterms:modified>
</cp:coreProperties>
</file>