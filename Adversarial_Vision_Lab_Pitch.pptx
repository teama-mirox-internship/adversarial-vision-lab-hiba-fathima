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60" r:id="rId5"/>
    <p:sldId id="262" r:id="rId6"/>
    <p:sldId id="259" r:id="rId7"/>
    <p:sldId id="261"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196D"/>
    <a:srgbClr val="141F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135086-2FEB-4A5B-8D7B-7C5771E5B198}" v="38" dt="2026-08-06T04:16:26.9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6" d="100"/>
          <a:sy n="76" d="100"/>
        </p:scale>
        <p:origin x="43" y="14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ba Fathima" userId="26d3d347c6b4aa45" providerId="LiveId" clId="{ECB2C8DB-F7D1-4D70-930A-7560DEE04037}"/>
    <pc:docChg chg="undo custSel addSld delSld modSld sldOrd">
      <pc:chgData name="Hiba Fathima" userId="26d3d347c6b4aa45" providerId="LiveId" clId="{ECB2C8DB-F7D1-4D70-930A-7560DEE04037}" dt="2026-08-06T04:20:48.149" v="980" actId="404"/>
      <pc:docMkLst>
        <pc:docMk/>
      </pc:docMkLst>
      <pc:sldChg chg="addSp delSp modSp mod">
        <pc:chgData name="Hiba Fathima" userId="26d3d347c6b4aa45" providerId="LiveId" clId="{ECB2C8DB-F7D1-4D70-930A-7560DEE04037}" dt="2026-08-06T04:20:48.149" v="980" actId="404"/>
        <pc:sldMkLst>
          <pc:docMk/>
          <pc:sldMk cId="0" sldId="256"/>
        </pc:sldMkLst>
        <pc:spChg chg="mod">
          <ac:chgData name="Hiba Fathima" userId="26d3d347c6b4aa45" providerId="LiveId" clId="{ECB2C8DB-F7D1-4D70-930A-7560DEE04037}" dt="2026-08-06T01:46:05.962" v="243" actId="790"/>
          <ac:spMkLst>
            <pc:docMk/>
            <pc:sldMk cId="0" sldId="256"/>
            <ac:spMk id="3" creationId="{00000000-0000-0000-0000-000000000000}"/>
          </ac:spMkLst>
        </pc:spChg>
        <pc:spChg chg="mod">
          <ac:chgData name="Hiba Fathima" userId="26d3d347c6b4aa45" providerId="LiveId" clId="{ECB2C8DB-F7D1-4D70-930A-7560DEE04037}" dt="2026-08-06T01:46:05.962" v="243" actId="790"/>
          <ac:spMkLst>
            <pc:docMk/>
            <pc:sldMk cId="0" sldId="256"/>
            <ac:spMk id="5" creationId="{00000000-0000-0000-0000-000000000000}"/>
          </ac:spMkLst>
        </pc:spChg>
        <pc:spChg chg="mod">
          <ac:chgData name="Hiba Fathima" userId="26d3d347c6b4aa45" providerId="LiveId" clId="{ECB2C8DB-F7D1-4D70-930A-7560DEE04037}" dt="2026-08-06T01:41:42.349" v="49" actId="207"/>
          <ac:spMkLst>
            <pc:docMk/>
            <pc:sldMk cId="0" sldId="256"/>
            <ac:spMk id="6" creationId="{00000000-0000-0000-0000-000000000000}"/>
          </ac:spMkLst>
        </pc:spChg>
        <pc:spChg chg="mod">
          <ac:chgData name="Hiba Fathima" userId="26d3d347c6b4aa45" providerId="LiveId" clId="{ECB2C8DB-F7D1-4D70-930A-7560DEE04037}" dt="2026-08-06T01:46:05.962" v="243" actId="790"/>
          <ac:spMkLst>
            <pc:docMk/>
            <pc:sldMk cId="0" sldId="256"/>
            <ac:spMk id="7" creationId="{00000000-0000-0000-0000-000000000000}"/>
          </ac:spMkLst>
        </pc:spChg>
        <pc:spChg chg="mod">
          <ac:chgData name="Hiba Fathima" userId="26d3d347c6b4aa45" providerId="LiveId" clId="{ECB2C8DB-F7D1-4D70-930A-7560DEE04037}" dt="2026-08-06T01:43:27.300" v="56" actId="207"/>
          <ac:spMkLst>
            <pc:docMk/>
            <pc:sldMk cId="0" sldId="256"/>
            <ac:spMk id="8" creationId="{00000000-0000-0000-0000-000000000000}"/>
          </ac:spMkLst>
        </pc:spChg>
        <pc:spChg chg="mod">
          <ac:chgData name="Hiba Fathima" userId="26d3d347c6b4aa45" providerId="LiveId" clId="{ECB2C8DB-F7D1-4D70-930A-7560DEE04037}" dt="2026-08-06T01:44:47.265" v="125" actId="20577"/>
          <ac:spMkLst>
            <pc:docMk/>
            <pc:sldMk cId="0" sldId="256"/>
            <ac:spMk id="9" creationId="{00000000-0000-0000-0000-000000000000}"/>
          </ac:spMkLst>
        </pc:spChg>
        <pc:spChg chg="mod">
          <ac:chgData name="Hiba Fathima" userId="26d3d347c6b4aa45" providerId="LiveId" clId="{ECB2C8DB-F7D1-4D70-930A-7560DEE04037}" dt="2026-08-06T01:46:22.481" v="245" actId="20578"/>
          <ac:spMkLst>
            <pc:docMk/>
            <pc:sldMk cId="0" sldId="256"/>
            <ac:spMk id="10" creationId="{00000000-0000-0000-0000-000000000000}"/>
          </ac:spMkLst>
        </pc:spChg>
        <pc:spChg chg="mod">
          <ac:chgData name="Hiba Fathima" userId="26d3d347c6b4aa45" providerId="LiveId" clId="{ECB2C8DB-F7D1-4D70-930A-7560DEE04037}" dt="2026-08-06T01:46:14.839" v="244" actId="207"/>
          <ac:spMkLst>
            <pc:docMk/>
            <pc:sldMk cId="0" sldId="256"/>
            <ac:spMk id="11" creationId="{00000000-0000-0000-0000-000000000000}"/>
          </ac:spMkLst>
        </pc:spChg>
        <pc:spChg chg="add del mod">
          <ac:chgData name="Hiba Fathima" userId="26d3d347c6b4aa45" providerId="LiveId" clId="{ECB2C8DB-F7D1-4D70-930A-7560DEE04037}" dt="2026-08-06T01:46:36.949" v="250" actId="403"/>
          <ac:spMkLst>
            <pc:docMk/>
            <pc:sldMk cId="0" sldId="256"/>
            <ac:spMk id="12" creationId="{00000000-0000-0000-0000-000000000000}"/>
          </ac:spMkLst>
        </pc:spChg>
        <pc:spChg chg="mod">
          <ac:chgData name="Hiba Fathima" userId="26d3d347c6b4aa45" providerId="LiveId" clId="{ECB2C8DB-F7D1-4D70-930A-7560DEE04037}" dt="2026-08-06T01:47:27.732" v="256" actId="403"/>
          <ac:spMkLst>
            <pc:docMk/>
            <pc:sldMk cId="0" sldId="256"/>
            <ac:spMk id="13" creationId="{00000000-0000-0000-0000-000000000000}"/>
          </ac:spMkLst>
        </pc:spChg>
        <pc:spChg chg="mod">
          <ac:chgData name="Hiba Fathima" userId="26d3d347c6b4aa45" providerId="LiveId" clId="{ECB2C8DB-F7D1-4D70-930A-7560DEE04037}" dt="2026-08-06T01:47:02.791" v="253" actId="113"/>
          <ac:spMkLst>
            <pc:docMk/>
            <pc:sldMk cId="0" sldId="256"/>
            <ac:spMk id="14" creationId="{00000000-0000-0000-0000-000000000000}"/>
          </ac:spMkLst>
        </pc:spChg>
        <pc:spChg chg="mod">
          <ac:chgData name="Hiba Fathima" userId="26d3d347c6b4aa45" providerId="LiveId" clId="{ECB2C8DB-F7D1-4D70-930A-7560DEE04037}" dt="2026-08-06T01:47:42.996" v="264" actId="404"/>
          <ac:spMkLst>
            <pc:docMk/>
            <pc:sldMk cId="0" sldId="256"/>
            <ac:spMk id="15" creationId="{00000000-0000-0000-0000-000000000000}"/>
          </ac:spMkLst>
        </pc:spChg>
        <pc:spChg chg="mod">
          <ac:chgData name="Hiba Fathima" userId="26d3d347c6b4aa45" providerId="LiveId" clId="{ECB2C8DB-F7D1-4D70-930A-7560DEE04037}" dt="2026-08-06T01:48:11.855" v="266" actId="207"/>
          <ac:spMkLst>
            <pc:docMk/>
            <pc:sldMk cId="0" sldId="256"/>
            <ac:spMk id="16" creationId="{00000000-0000-0000-0000-000000000000}"/>
          </ac:spMkLst>
        </pc:spChg>
        <pc:spChg chg="mod">
          <ac:chgData name="Hiba Fathima" userId="26d3d347c6b4aa45" providerId="LiveId" clId="{ECB2C8DB-F7D1-4D70-930A-7560DEE04037}" dt="2026-08-06T01:46:05.962" v="243" actId="790"/>
          <ac:spMkLst>
            <pc:docMk/>
            <pc:sldMk cId="0" sldId="256"/>
            <ac:spMk id="17" creationId="{00000000-0000-0000-0000-000000000000}"/>
          </ac:spMkLst>
        </pc:spChg>
        <pc:spChg chg="add mod">
          <ac:chgData name="Hiba Fathima" userId="26d3d347c6b4aa45" providerId="LiveId" clId="{ECB2C8DB-F7D1-4D70-930A-7560DEE04037}" dt="2026-08-06T04:20:48.149" v="980" actId="404"/>
          <ac:spMkLst>
            <pc:docMk/>
            <pc:sldMk cId="0" sldId="256"/>
            <ac:spMk id="18" creationId="{B3A07323-B87F-64EB-5FA2-7B236F1DB22B}"/>
          </ac:spMkLst>
        </pc:spChg>
      </pc:sldChg>
      <pc:sldChg chg="addSp modSp mod">
        <pc:chgData name="Hiba Fathima" userId="26d3d347c6b4aa45" providerId="LiveId" clId="{ECB2C8DB-F7D1-4D70-930A-7560DEE04037}" dt="2026-08-06T04:17:56.976" v="959" actId="1076"/>
        <pc:sldMkLst>
          <pc:docMk/>
          <pc:sldMk cId="0" sldId="257"/>
        </pc:sldMkLst>
        <pc:spChg chg="add mod">
          <ac:chgData name="Hiba Fathima" userId="26d3d347c6b4aa45" providerId="LiveId" clId="{ECB2C8DB-F7D1-4D70-930A-7560DEE04037}" dt="2026-08-06T04:17:56.976" v="959" actId="1076"/>
          <ac:spMkLst>
            <pc:docMk/>
            <pc:sldMk cId="0" sldId="257"/>
            <ac:spMk id="32" creationId="{AEBAB2DA-369E-90C5-A95D-EE3DCD8DEF52}"/>
          </ac:spMkLst>
        </pc:spChg>
      </pc:sldChg>
      <pc:sldChg chg="addSp delSp modSp mod">
        <pc:chgData name="Hiba Fathima" userId="26d3d347c6b4aa45" providerId="LiveId" clId="{ECB2C8DB-F7D1-4D70-930A-7560DEE04037}" dt="2026-08-06T04:17:42.411" v="956" actId="1076"/>
        <pc:sldMkLst>
          <pc:docMk/>
          <pc:sldMk cId="0" sldId="258"/>
        </pc:sldMkLst>
        <pc:spChg chg="del mod">
          <ac:chgData name="Hiba Fathima" userId="26d3d347c6b4aa45" providerId="LiveId" clId="{ECB2C8DB-F7D1-4D70-930A-7560DEE04037}" dt="2026-08-06T03:52:23.507" v="530" actId="478"/>
          <ac:spMkLst>
            <pc:docMk/>
            <pc:sldMk cId="0" sldId="258"/>
            <ac:spMk id="2" creationId="{00000000-0000-0000-0000-000000000000}"/>
          </ac:spMkLst>
        </pc:spChg>
        <pc:spChg chg="del mod">
          <ac:chgData name="Hiba Fathima" userId="26d3d347c6b4aa45" providerId="LiveId" clId="{ECB2C8DB-F7D1-4D70-930A-7560DEE04037}" dt="2026-08-06T03:52:29.432" v="532" actId="478"/>
          <ac:spMkLst>
            <pc:docMk/>
            <pc:sldMk cId="0" sldId="258"/>
            <ac:spMk id="3" creationId="{00000000-0000-0000-0000-000000000000}"/>
          </ac:spMkLst>
        </pc:spChg>
        <pc:spChg chg="del mod">
          <ac:chgData name="Hiba Fathima" userId="26d3d347c6b4aa45" providerId="LiveId" clId="{ECB2C8DB-F7D1-4D70-930A-7560DEE04037}" dt="2026-08-06T03:52:26.181" v="531" actId="478"/>
          <ac:spMkLst>
            <pc:docMk/>
            <pc:sldMk cId="0" sldId="258"/>
            <ac:spMk id="4" creationId="{00000000-0000-0000-0000-000000000000}"/>
          </ac:spMkLst>
        </pc:spChg>
        <pc:spChg chg="mod">
          <ac:chgData name="Hiba Fathima" userId="26d3d347c6b4aa45" providerId="LiveId" clId="{ECB2C8DB-F7D1-4D70-930A-7560DEE04037}" dt="2026-08-06T01:49:03.372" v="329" actId="20577"/>
          <ac:spMkLst>
            <pc:docMk/>
            <pc:sldMk cId="0" sldId="258"/>
            <ac:spMk id="5" creationId="{00000000-0000-0000-0000-000000000000}"/>
          </ac:spMkLst>
        </pc:spChg>
        <pc:spChg chg="del">
          <ac:chgData name="Hiba Fathima" userId="26d3d347c6b4aa45" providerId="LiveId" clId="{ECB2C8DB-F7D1-4D70-930A-7560DEE04037}" dt="2026-08-06T03:48:37.594" v="455" actId="478"/>
          <ac:spMkLst>
            <pc:docMk/>
            <pc:sldMk cId="0" sldId="258"/>
            <ac:spMk id="6" creationId="{00000000-0000-0000-0000-000000000000}"/>
          </ac:spMkLst>
        </pc:spChg>
        <pc:spChg chg="del mod">
          <ac:chgData name="Hiba Fathima" userId="26d3d347c6b4aa45" providerId="LiveId" clId="{ECB2C8DB-F7D1-4D70-930A-7560DEE04037}" dt="2026-08-06T03:48:37.594" v="455" actId="478"/>
          <ac:spMkLst>
            <pc:docMk/>
            <pc:sldMk cId="0" sldId="258"/>
            <ac:spMk id="7" creationId="{00000000-0000-0000-0000-000000000000}"/>
          </ac:spMkLst>
        </pc:spChg>
        <pc:spChg chg="del">
          <ac:chgData name="Hiba Fathima" userId="26d3d347c6b4aa45" providerId="LiveId" clId="{ECB2C8DB-F7D1-4D70-930A-7560DEE04037}" dt="2026-08-06T03:49:07.157" v="500" actId="478"/>
          <ac:spMkLst>
            <pc:docMk/>
            <pc:sldMk cId="0" sldId="258"/>
            <ac:spMk id="8" creationId="{00000000-0000-0000-0000-000000000000}"/>
          </ac:spMkLst>
        </pc:spChg>
        <pc:spChg chg="del">
          <ac:chgData name="Hiba Fathima" userId="26d3d347c6b4aa45" providerId="LiveId" clId="{ECB2C8DB-F7D1-4D70-930A-7560DEE04037}" dt="2026-08-06T03:49:05.038" v="499" actId="478"/>
          <ac:spMkLst>
            <pc:docMk/>
            <pc:sldMk cId="0" sldId="258"/>
            <ac:spMk id="9" creationId="{00000000-0000-0000-0000-000000000000}"/>
          </ac:spMkLst>
        </pc:spChg>
        <pc:spChg chg="del">
          <ac:chgData name="Hiba Fathima" userId="26d3d347c6b4aa45" providerId="LiveId" clId="{ECB2C8DB-F7D1-4D70-930A-7560DEE04037}" dt="2026-08-06T03:48:37.594" v="455" actId="478"/>
          <ac:spMkLst>
            <pc:docMk/>
            <pc:sldMk cId="0" sldId="258"/>
            <ac:spMk id="10" creationId="{00000000-0000-0000-0000-000000000000}"/>
          </ac:spMkLst>
        </pc:spChg>
        <pc:spChg chg="del">
          <ac:chgData name="Hiba Fathima" userId="26d3d347c6b4aa45" providerId="LiveId" clId="{ECB2C8DB-F7D1-4D70-930A-7560DEE04037}" dt="2026-08-06T03:48:37.594" v="455" actId="478"/>
          <ac:spMkLst>
            <pc:docMk/>
            <pc:sldMk cId="0" sldId="258"/>
            <ac:spMk id="11" creationId="{00000000-0000-0000-0000-000000000000}"/>
          </ac:spMkLst>
        </pc:spChg>
        <pc:spChg chg="del">
          <ac:chgData name="Hiba Fathima" userId="26d3d347c6b4aa45" providerId="LiveId" clId="{ECB2C8DB-F7D1-4D70-930A-7560DEE04037}" dt="2026-08-06T03:49:02.880" v="498" actId="478"/>
          <ac:spMkLst>
            <pc:docMk/>
            <pc:sldMk cId="0" sldId="258"/>
            <ac:spMk id="12" creationId="{00000000-0000-0000-0000-000000000000}"/>
          </ac:spMkLst>
        </pc:spChg>
        <pc:spChg chg="del">
          <ac:chgData name="Hiba Fathima" userId="26d3d347c6b4aa45" providerId="LiveId" clId="{ECB2C8DB-F7D1-4D70-930A-7560DEE04037}" dt="2026-08-06T03:49:00.889" v="497" actId="478"/>
          <ac:spMkLst>
            <pc:docMk/>
            <pc:sldMk cId="0" sldId="258"/>
            <ac:spMk id="13" creationId="{00000000-0000-0000-0000-000000000000}"/>
          </ac:spMkLst>
        </pc:spChg>
        <pc:spChg chg="del">
          <ac:chgData name="Hiba Fathima" userId="26d3d347c6b4aa45" providerId="LiveId" clId="{ECB2C8DB-F7D1-4D70-930A-7560DEE04037}" dt="2026-08-06T03:48:37.594" v="455" actId="478"/>
          <ac:spMkLst>
            <pc:docMk/>
            <pc:sldMk cId="0" sldId="258"/>
            <ac:spMk id="14" creationId="{00000000-0000-0000-0000-000000000000}"/>
          </ac:spMkLst>
        </pc:spChg>
        <pc:spChg chg="del">
          <ac:chgData name="Hiba Fathima" userId="26d3d347c6b4aa45" providerId="LiveId" clId="{ECB2C8DB-F7D1-4D70-930A-7560DEE04037}" dt="2026-08-06T03:48:37.594" v="455" actId="478"/>
          <ac:spMkLst>
            <pc:docMk/>
            <pc:sldMk cId="0" sldId="258"/>
            <ac:spMk id="15" creationId="{00000000-0000-0000-0000-000000000000}"/>
          </ac:spMkLst>
        </pc:spChg>
        <pc:spChg chg="del mod">
          <ac:chgData name="Hiba Fathima" userId="26d3d347c6b4aa45" providerId="LiveId" clId="{ECB2C8DB-F7D1-4D70-930A-7560DEE04037}" dt="2026-08-06T03:48:50.931" v="459" actId="478"/>
          <ac:spMkLst>
            <pc:docMk/>
            <pc:sldMk cId="0" sldId="258"/>
            <ac:spMk id="16" creationId="{00000000-0000-0000-0000-000000000000}"/>
          </ac:spMkLst>
        </pc:spChg>
        <pc:spChg chg="mod">
          <ac:chgData name="Hiba Fathima" userId="26d3d347c6b4aa45" providerId="LiveId" clId="{ECB2C8DB-F7D1-4D70-930A-7560DEE04037}" dt="2026-08-06T03:48:56.659" v="496" actId="20577"/>
          <ac:spMkLst>
            <pc:docMk/>
            <pc:sldMk cId="0" sldId="258"/>
            <ac:spMk id="17" creationId="{00000000-0000-0000-0000-000000000000}"/>
          </ac:spMkLst>
        </pc:spChg>
        <pc:spChg chg="del">
          <ac:chgData name="Hiba Fathima" userId="26d3d347c6b4aa45" providerId="LiveId" clId="{ECB2C8DB-F7D1-4D70-930A-7560DEE04037}" dt="2026-08-06T03:48:37.594" v="455" actId="478"/>
          <ac:spMkLst>
            <pc:docMk/>
            <pc:sldMk cId="0" sldId="258"/>
            <ac:spMk id="18" creationId="{00000000-0000-0000-0000-000000000000}"/>
          </ac:spMkLst>
        </pc:spChg>
        <pc:spChg chg="del">
          <ac:chgData name="Hiba Fathima" userId="26d3d347c6b4aa45" providerId="LiveId" clId="{ECB2C8DB-F7D1-4D70-930A-7560DEE04037}" dt="2026-08-06T03:48:37.594" v="455" actId="478"/>
          <ac:spMkLst>
            <pc:docMk/>
            <pc:sldMk cId="0" sldId="258"/>
            <ac:spMk id="19" creationId="{00000000-0000-0000-0000-000000000000}"/>
          </ac:spMkLst>
        </pc:spChg>
        <pc:spChg chg="del">
          <ac:chgData name="Hiba Fathima" userId="26d3d347c6b4aa45" providerId="LiveId" clId="{ECB2C8DB-F7D1-4D70-930A-7560DEE04037}" dt="2026-08-06T03:48:47.985" v="457" actId="478"/>
          <ac:spMkLst>
            <pc:docMk/>
            <pc:sldMk cId="0" sldId="258"/>
            <ac:spMk id="20" creationId="{00000000-0000-0000-0000-000000000000}"/>
          </ac:spMkLst>
        </pc:spChg>
        <pc:spChg chg="del">
          <ac:chgData name="Hiba Fathima" userId="26d3d347c6b4aa45" providerId="LiveId" clId="{ECB2C8DB-F7D1-4D70-930A-7560DEE04037}" dt="2026-08-06T03:48:42.405" v="456" actId="478"/>
          <ac:spMkLst>
            <pc:docMk/>
            <pc:sldMk cId="0" sldId="258"/>
            <ac:spMk id="21" creationId="{00000000-0000-0000-0000-000000000000}"/>
          </ac:spMkLst>
        </pc:spChg>
        <pc:spChg chg="add mod ord">
          <ac:chgData name="Hiba Fathima" userId="26d3d347c6b4aa45" providerId="LiveId" clId="{ECB2C8DB-F7D1-4D70-930A-7560DEE04037}" dt="2026-08-06T03:53:41.240" v="541" actId="207"/>
          <ac:spMkLst>
            <pc:docMk/>
            <pc:sldMk cId="0" sldId="258"/>
            <ac:spMk id="34" creationId="{C8608EC1-D903-3953-2C07-42783D9AE748}"/>
          </ac:spMkLst>
        </pc:spChg>
        <pc:spChg chg="add mod ord">
          <ac:chgData name="Hiba Fathima" userId="26d3d347c6b4aa45" providerId="LiveId" clId="{ECB2C8DB-F7D1-4D70-930A-7560DEE04037}" dt="2026-08-06T03:54:05.509" v="545" actId="171"/>
          <ac:spMkLst>
            <pc:docMk/>
            <pc:sldMk cId="0" sldId="258"/>
            <ac:spMk id="36" creationId="{CEBDDC18-A3DB-D400-F90E-F2E6A71A3465}"/>
          </ac:spMkLst>
        </pc:spChg>
        <pc:spChg chg="add mod">
          <ac:chgData name="Hiba Fathima" userId="26d3d347c6b4aa45" providerId="LiveId" clId="{ECB2C8DB-F7D1-4D70-930A-7560DEE04037}" dt="2026-08-06T04:05:31.766" v="632" actId="207"/>
          <ac:spMkLst>
            <pc:docMk/>
            <pc:sldMk cId="0" sldId="258"/>
            <ac:spMk id="40" creationId="{7E70D26A-1E43-4940-155C-41E647BEFB55}"/>
          </ac:spMkLst>
        </pc:spChg>
        <pc:spChg chg="add mod">
          <ac:chgData name="Hiba Fathima" userId="26d3d347c6b4aa45" providerId="LiveId" clId="{ECB2C8DB-F7D1-4D70-930A-7560DEE04037}" dt="2026-08-06T04:06:19.536" v="646" actId="207"/>
          <ac:spMkLst>
            <pc:docMk/>
            <pc:sldMk cId="0" sldId="258"/>
            <ac:spMk id="41" creationId="{920B4DE4-8CF9-FD3C-5148-D9294EDE34C9}"/>
          </ac:spMkLst>
        </pc:spChg>
        <pc:spChg chg="add mod">
          <ac:chgData name="Hiba Fathima" userId="26d3d347c6b4aa45" providerId="LiveId" clId="{ECB2C8DB-F7D1-4D70-930A-7560DEE04037}" dt="2026-08-06T04:07:35.356" v="693" actId="1076"/>
          <ac:spMkLst>
            <pc:docMk/>
            <pc:sldMk cId="0" sldId="258"/>
            <ac:spMk id="42" creationId="{15DC9738-84E9-6263-4A81-3D29CC63AACD}"/>
          </ac:spMkLst>
        </pc:spChg>
        <pc:spChg chg="add del mod">
          <ac:chgData name="Hiba Fathima" userId="26d3d347c6b4aa45" providerId="LiveId" clId="{ECB2C8DB-F7D1-4D70-930A-7560DEE04037}" dt="2026-08-06T04:11:50.934" v="756"/>
          <ac:spMkLst>
            <pc:docMk/>
            <pc:sldMk cId="0" sldId="258"/>
            <ac:spMk id="44" creationId="{70F3EC0A-DB92-6538-12B0-A1483BE83876}"/>
          </ac:spMkLst>
        </pc:spChg>
        <pc:spChg chg="add mod">
          <ac:chgData name="Hiba Fathima" userId="26d3d347c6b4aa45" providerId="LiveId" clId="{ECB2C8DB-F7D1-4D70-930A-7560DEE04037}" dt="2026-08-06T04:17:42.411" v="956" actId="1076"/>
          <ac:spMkLst>
            <pc:docMk/>
            <pc:sldMk cId="0" sldId="258"/>
            <ac:spMk id="46" creationId="{8CCA64D5-1A50-722A-E8B8-FE5CCDDE8054}"/>
          </ac:spMkLst>
        </pc:spChg>
        <pc:grpChg chg="add mod">
          <ac:chgData name="Hiba Fathima" userId="26d3d347c6b4aa45" providerId="LiveId" clId="{ECB2C8DB-F7D1-4D70-930A-7560DEE04037}" dt="2026-08-06T04:17:18.407" v="950" actId="1076"/>
          <ac:grpSpMkLst>
            <pc:docMk/>
            <pc:sldMk cId="0" sldId="258"/>
            <ac:grpSpMk id="39" creationId="{41E7CC7C-CC71-4E90-B5C0-AD61B72E39D9}"/>
          </ac:grpSpMkLst>
        </pc:grpChg>
        <pc:picChg chg="add mod">
          <ac:chgData name="Hiba Fathima" userId="26d3d347c6b4aa45" providerId="LiveId" clId="{ECB2C8DB-F7D1-4D70-930A-7560DEE04037}" dt="2026-08-06T04:04:18.843" v="623" actId="164"/>
          <ac:picMkLst>
            <pc:docMk/>
            <pc:sldMk cId="0" sldId="258"/>
            <ac:picMk id="24" creationId="{A23329A5-1DC5-4DC5-82C1-33D35DCD6E87}"/>
          </ac:picMkLst>
        </pc:picChg>
        <pc:picChg chg="add del mod">
          <ac:chgData name="Hiba Fathima" userId="26d3d347c6b4aa45" providerId="LiveId" clId="{ECB2C8DB-F7D1-4D70-930A-7560DEE04037}" dt="2026-08-06T03:51:31.124" v="519" actId="478"/>
          <ac:picMkLst>
            <pc:docMk/>
            <pc:sldMk cId="0" sldId="258"/>
            <ac:picMk id="26" creationId="{BA2ECE6C-E9FD-496D-D51B-26035574561B}"/>
          </ac:picMkLst>
        </pc:picChg>
        <pc:picChg chg="add del mod">
          <ac:chgData name="Hiba Fathima" userId="26d3d347c6b4aa45" providerId="LiveId" clId="{ECB2C8DB-F7D1-4D70-930A-7560DEE04037}" dt="2026-08-06T03:51:06.828" v="517" actId="478"/>
          <ac:picMkLst>
            <pc:docMk/>
            <pc:sldMk cId="0" sldId="258"/>
            <ac:picMk id="28" creationId="{F0032E63-5FCE-973D-C443-C029C031643D}"/>
          </ac:picMkLst>
        </pc:picChg>
        <pc:picChg chg="add del mod">
          <ac:chgData name="Hiba Fathima" userId="26d3d347c6b4aa45" providerId="LiveId" clId="{ECB2C8DB-F7D1-4D70-930A-7560DEE04037}" dt="2026-08-06T03:51:49.622" v="523" actId="478"/>
          <ac:picMkLst>
            <pc:docMk/>
            <pc:sldMk cId="0" sldId="258"/>
            <ac:picMk id="29" creationId="{E572CD79-BBEE-7C28-D555-3BB8EFFA6959}"/>
          </ac:picMkLst>
        </pc:picChg>
        <pc:picChg chg="add del mod">
          <ac:chgData name="Hiba Fathima" userId="26d3d347c6b4aa45" providerId="LiveId" clId="{ECB2C8DB-F7D1-4D70-930A-7560DEE04037}" dt="2026-08-06T03:55:27.104" v="559" actId="21"/>
          <ac:picMkLst>
            <pc:docMk/>
            <pc:sldMk cId="0" sldId="258"/>
            <ac:picMk id="30" creationId="{92946EA5-5346-EA64-3A38-412897EF0610}"/>
          </ac:picMkLst>
        </pc:picChg>
        <pc:picChg chg="add del mod">
          <ac:chgData name="Hiba Fathima" userId="26d3d347c6b4aa45" providerId="LiveId" clId="{ECB2C8DB-F7D1-4D70-930A-7560DEE04037}" dt="2026-08-06T03:56:25.563" v="567" actId="21"/>
          <ac:picMkLst>
            <pc:docMk/>
            <pc:sldMk cId="0" sldId="258"/>
            <ac:picMk id="31" creationId="{1C30B04A-07A7-55AC-3406-D3998FCC5F99}"/>
          </ac:picMkLst>
        </pc:picChg>
        <pc:picChg chg="add mod">
          <ac:chgData name="Hiba Fathima" userId="26d3d347c6b4aa45" providerId="LiveId" clId="{ECB2C8DB-F7D1-4D70-930A-7560DEE04037}" dt="2026-08-06T04:04:18.843" v="623" actId="164"/>
          <ac:picMkLst>
            <pc:docMk/>
            <pc:sldMk cId="0" sldId="258"/>
            <ac:picMk id="33" creationId="{0035D5B9-A0C1-FFDE-2194-105EF44C69B8}"/>
          </ac:picMkLst>
        </pc:picChg>
        <pc:picChg chg="add mod">
          <ac:chgData name="Hiba Fathima" userId="26d3d347c6b4aa45" providerId="LiveId" clId="{ECB2C8DB-F7D1-4D70-930A-7560DEE04037}" dt="2026-08-06T04:04:18.843" v="623" actId="164"/>
          <ac:picMkLst>
            <pc:docMk/>
            <pc:sldMk cId="0" sldId="258"/>
            <ac:picMk id="38" creationId="{2656FEA5-70DB-D3AE-ACCC-BDF67066C9AD}"/>
          </ac:picMkLst>
        </pc:picChg>
      </pc:sldChg>
      <pc:sldChg chg="addSp delSp modSp mod">
        <pc:chgData name="Hiba Fathima" userId="26d3d347c6b4aa45" providerId="LiveId" clId="{ECB2C8DB-F7D1-4D70-930A-7560DEE04037}" dt="2026-08-06T04:20:05.561" v="976" actId="1076"/>
        <pc:sldMkLst>
          <pc:docMk/>
          <pc:sldMk cId="0" sldId="259"/>
        </pc:sldMkLst>
        <pc:spChg chg="mod">
          <ac:chgData name="Hiba Fathima" userId="26d3d347c6b4aa45" providerId="LiveId" clId="{ECB2C8DB-F7D1-4D70-930A-7560DEE04037}" dt="2026-08-06T01:51:18.226" v="333" actId="207"/>
          <ac:spMkLst>
            <pc:docMk/>
            <pc:sldMk cId="0" sldId="259"/>
            <ac:spMk id="2" creationId="{00000000-0000-0000-0000-000000000000}"/>
          </ac:spMkLst>
        </pc:spChg>
        <pc:spChg chg="mod">
          <ac:chgData name="Hiba Fathima" userId="26d3d347c6b4aa45" providerId="LiveId" clId="{ECB2C8DB-F7D1-4D70-930A-7560DEE04037}" dt="2026-08-06T01:51:45.195" v="368" actId="20577"/>
          <ac:spMkLst>
            <pc:docMk/>
            <pc:sldMk cId="0" sldId="259"/>
            <ac:spMk id="3" creationId="{00000000-0000-0000-0000-000000000000}"/>
          </ac:spMkLst>
        </pc:spChg>
        <pc:spChg chg="add del mod">
          <ac:chgData name="Hiba Fathima" userId="26d3d347c6b4aa45" providerId="LiveId" clId="{ECB2C8DB-F7D1-4D70-930A-7560DEE04037}" dt="2026-08-06T02:07:00.093" v="391" actId="478"/>
          <ac:spMkLst>
            <pc:docMk/>
            <pc:sldMk cId="0" sldId="259"/>
            <ac:spMk id="4" creationId="{DA7E34FD-3D76-8191-541B-170CE05B7B22}"/>
          </ac:spMkLst>
        </pc:spChg>
        <pc:spChg chg="add mod">
          <ac:chgData name="Hiba Fathima" userId="26d3d347c6b4aa45" providerId="LiveId" clId="{ECB2C8DB-F7D1-4D70-930A-7560DEE04037}" dt="2026-08-06T04:20:05.561" v="976" actId="1076"/>
          <ac:spMkLst>
            <pc:docMk/>
            <pc:sldMk cId="0" sldId="259"/>
            <ac:spMk id="5" creationId="{7C487948-A014-3892-7DE4-6602321A937A}"/>
          </ac:spMkLst>
        </pc:spChg>
        <pc:spChg chg="mod">
          <ac:chgData name="Hiba Fathima" userId="26d3d347c6b4aa45" providerId="LiveId" clId="{ECB2C8DB-F7D1-4D70-930A-7560DEE04037}" dt="2026-08-06T02:02:45.026" v="372" actId="207"/>
          <ac:spMkLst>
            <pc:docMk/>
            <pc:sldMk cId="0" sldId="259"/>
            <ac:spMk id="7" creationId="{00000000-0000-0000-0000-000000000000}"/>
          </ac:spMkLst>
        </pc:spChg>
        <pc:spChg chg="mod">
          <ac:chgData name="Hiba Fathima" userId="26d3d347c6b4aa45" providerId="LiveId" clId="{ECB2C8DB-F7D1-4D70-930A-7560DEE04037}" dt="2026-08-06T02:03:11.213" v="373"/>
          <ac:spMkLst>
            <pc:docMk/>
            <pc:sldMk cId="0" sldId="259"/>
            <ac:spMk id="8" creationId="{00000000-0000-0000-0000-000000000000}"/>
          </ac:spMkLst>
        </pc:spChg>
        <pc:spChg chg="mod">
          <ac:chgData name="Hiba Fathima" userId="26d3d347c6b4aa45" providerId="LiveId" clId="{ECB2C8DB-F7D1-4D70-930A-7560DEE04037}" dt="2026-08-06T02:03:40.613" v="377" actId="790"/>
          <ac:spMkLst>
            <pc:docMk/>
            <pc:sldMk cId="0" sldId="259"/>
            <ac:spMk id="10" creationId="{00000000-0000-0000-0000-000000000000}"/>
          </ac:spMkLst>
        </pc:spChg>
        <pc:spChg chg="mod">
          <ac:chgData name="Hiba Fathima" userId="26d3d347c6b4aa45" providerId="LiveId" clId="{ECB2C8DB-F7D1-4D70-930A-7560DEE04037}" dt="2026-08-06T02:03:54.331" v="378"/>
          <ac:spMkLst>
            <pc:docMk/>
            <pc:sldMk cId="0" sldId="259"/>
            <ac:spMk id="11" creationId="{00000000-0000-0000-0000-000000000000}"/>
          </ac:spMkLst>
        </pc:spChg>
        <pc:spChg chg="mod">
          <ac:chgData name="Hiba Fathima" userId="26d3d347c6b4aa45" providerId="LiveId" clId="{ECB2C8DB-F7D1-4D70-930A-7560DEE04037}" dt="2026-08-06T02:04:24.315" v="381" actId="113"/>
          <ac:spMkLst>
            <pc:docMk/>
            <pc:sldMk cId="0" sldId="259"/>
            <ac:spMk id="13" creationId="{00000000-0000-0000-0000-000000000000}"/>
          </ac:spMkLst>
        </pc:spChg>
        <pc:spChg chg="mod">
          <ac:chgData name="Hiba Fathima" userId="26d3d347c6b4aa45" providerId="LiveId" clId="{ECB2C8DB-F7D1-4D70-930A-7560DEE04037}" dt="2026-08-06T02:04:37.207" v="382"/>
          <ac:spMkLst>
            <pc:docMk/>
            <pc:sldMk cId="0" sldId="259"/>
            <ac:spMk id="14" creationId="{00000000-0000-0000-0000-000000000000}"/>
          </ac:spMkLst>
        </pc:spChg>
        <pc:graphicFrameChg chg="add mod">
          <ac:chgData name="Hiba Fathima" userId="26d3d347c6b4aa45" providerId="LiveId" clId="{ECB2C8DB-F7D1-4D70-930A-7560DEE04037}" dt="2026-08-05T10:15:17.963" v="46" actId="14100"/>
          <ac:graphicFrameMkLst>
            <pc:docMk/>
            <pc:sldMk cId="0" sldId="259"/>
            <ac:graphicFrameMk id="16" creationId="{B672BAD8-992D-C5CF-C364-71A9C57E950D}"/>
          </ac:graphicFrameMkLst>
        </pc:graphicFrameChg>
        <pc:graphicFrameChg chg="add mod">
          <ac:chgData name="Hiba Fathima" userId="26d3d347c6b4aa45" providerId="LiveId" clId="{ECB2C8DB-F7D1-4D70-930A-7560DEE04037}" dt="2026-08-05T10:15:24.325" v="47" actId="14100"/>
          <ac:graphicFrameMkLst>
            <pc:docMk/>
            <pc:sldMk cId="0" sldId="259"/>
            <ac:graphicFrameMk id="17" creationId="{02F355F7-4E5E-5AB2-4557-6A8B58517507}"/>
          </ac:graphicFrameMkLst>
        </pc:graphicFrameChg>
        <pc:picChg chg="del">
          <ac:chgData name="Hiba Fathima" userId="26d3d347c6b4aa45" providerId="LiveId" clId="{ECB2C8DB-F7D1-4D70-930A-7560DEE04037}" dt="2026-08-05T10:06:56.326" v="2" actId="478"/>
          <ac:picMkLst>
            <pc:docMk/>
            <pc:sldMk cId="0" sldId="259"/>
            <ac:picMk id="4" creationId="{00000000-0000-0000-0000-000000000000}"/>
          </ac:picMkLst>
        </pc:picChg>
        <pc:picChg chg="del">
          <ac:chgData name="Hiba Fathima" userId="26d3d347c6b4aa45" providerId="LiveId" clId="{ECB2C8DB-F7D1-4D70-930A-7560DEE04037}" dt="2026-08-05T10:07:22.725" v="6" actId="478"/>
          <ac:picMkLst>
            <pc:docMk/>
            <pc:sldMk cId="0" sldId="259"/>
            <ac:picMk id="5" creationId="{00000000-0000-0000-0000-000000000000}"/>
          </ac:picMkLst>
        </pc:picChg>
      </pc:sldChg>
      <pc:sldChg chg="addSp delSp modSp mod ord">
        <pc:chgData name="Hiba Fathima" userId="26d3d347c6b4aa45" providerId="LiveId" clId="{ECB2C8DB-F7D1-4D70-930A-7560DEE04037}" dt="2026-08-06T04:18:27.017" v="963" actId="404"/>
        <pc:sldMkLst>
          <pc:docMk/>
          <pc:sldMk cId="0" sldId="260"/>
        </pc:sldMkLst>
        <pc:spChg chg="add del mod">
          <ac:chgData name="Hiba Fathima" userId="26d3d347c6b4aa45" providerId="LiveId" clId="{ECB2C8DB-F7D1-4D70-930A-7560DEE04037}" dt="2026-08-06T03:58:05.391" v="586" actId="478"/>
          <ac:spMkLst>
            <pc:docMk/>
            <pc:sldMk cId="0" sldId="260"/>
            <ac:spMk id="2" creationId="{00000000-0000-0000-0000-000000000000}"/>
          </ac:spMkLst>
        </pc:spChg>
        <pc:spChg chg="del mod">
          <ac:chgData name="Hiba Fathima" userId="26d3d347c6b4aa45" providerId="LiveId" clId="{ECB2C8DB-F7D1-4D70-930A-7560DEE04037}" dt="2026-08-06T03:54:58.468" v="555" actId="478"/>
          <ac:spMkLst>
            <pc:docMk/>
            <pc:sldMk cId="0" sldId="260"/>
            <ac:spMk id="3" creationId="{00000000-0000-0000-0000-000000000000}"/>
          </ac:spMkLst>
        </pc:spChg>
        <pc:spChg chg="del">
          <ac:chgData name="Hiba Fathima" userId="26d3d347c6b4aa45" providerId="LiveId" clId="{ECB2C8DB-F7D1-4D70-930A-7560DEE04037}" dt="2026-08-06T03:55:02.199" v="556" actId="478"/>
          <ac:spMkLst>
            <pc:docMk/>
            <pc:sldMk cId="0" sldId="260"/>
            <ac:spMk id="4" creationId="{00000000-0000-0000-0000-000000000000}"/>
          </ac:spMkLst>
        </pc:spChg>
        <pc:spChg chg="del mod">
          <ac:chgData name="Hiba Fathima" userId="26d3d347c6b4aa45" providerId="LiveId" clId="{ECB2C8DB-F7D1-4D70-930A-7560DEE04037}" dt="2026-08-06T03:55:02.199" v="556" actId="478"/>
          <ac:spMkLst>
            <pc:docMk/>
            <pc:sldMk cId="0" sldId="260"/>
            <ac:spMk id="5" creationId="{00000000-0000-0000-0000-000000000000}"/>
          </ac:spMkLst>
        </pc:spChg>
        <pc:spChg chg="del">
          <ac:chgData name="Hiba Fathima" userId="26d3d347c6b4aa45" providerId="LiveId" clId="{ECB2C8DB-F7D1-4D70-930A-7560DEE04037}" dt="2026-08-06T03:55:06.673" v="557" actId="478"/>
          <ac:spMkLst>
            <pc:docMk/>
            <pc:sldMk cId="0" sldId="260"/>
            <ac:spMk id="6" creationId="{00000000-0000-0000-0000-000000000000}"/>
          </ac:spMkLst>
        </pc:spChg>
        <pc:spChg chg="del mod">
          <ac:chgData name="Hiba Fathima" userId="26d3d347c6b4aa45" providerId="LiveId" clId="{ECB2C8DB-F7D1-4D70-930A-7560DEE04037}" dt="2026-08-06T03:55:06.673" v="557" actId="478"/>
          <ac:spMkLst>
            <pc:docMk/>
            <pc:sldMk cId="0" sldId="260"/>
            <ac:spMk id="7" creationId="{00000000-0000-0000-0000-000000000000}"/>
          </ac:spMkLst>
        </pc:spChg>
        <pc:spChg chg="del">
          <ac:chgData name="Hiba Fathima" userId="26d3d347c6b4aa45" providerId="LiveId" clId="{ECB2C8DB-F7D1-4D70-930A-7560DEE04037}" dt="2026-08-05T10:09:14.002" v="20" actId="478"/>
          <ac:spMkLst>
            <pc:docMk/>
            <pc:sldMk cId="0" sldId="260"/>
            <ac:spMk id="8" creationId="{00000000-0000-0000-0000-000000000000}"/>
          </ac:spMkLst>
        </pc:spChg>
        <pc:spChg chg="add del mod">
          <ac:chgData name="Hiba Fathima" userId="26d3d347c6b4aa45" providerId="LiveId" clId="{ECB2C8DB-F7D1-4D70-930A-7560DEE04037}" dt="2026-08-06T03:55:02.199" v="556" actId="478"/>
          <ac:spMkLst>
            <pc:docMk/>
            <pc:sldMk cId="0" sldId="260"/>
            <ac:spMk id="8" creationId="{38F25A50-9611-BDEC-0A2D-ABDA208A66A6}"/>
          </ac:spMkLst>
        </pc:spChg>
        <pc:spChg chg="del mod">
          <ac:chgData name="Hiba Fathima" userId="26d3d347c6b4aa45" providerId="LiveId" clId="{ECB2C8DB-F7D1-4D70-930A-7560DEE04037}" dt="2026-08-06T03:55:17.646" v="558" actId="478"/>
          <ac:spMkLst>
            <pc:docMk/>
            <pc:sldMk cId="0" sldId="260"/>
            <ac:spMk id="9" creationId="{00000000-0000-0000-0000-000000000000}"/>
          </ac:spMkLst>
        </pc:spChg>
        <pc:spChg chg="del">
          <ac:chgData name="Hiba Fathima" userId="26d3d347c6b4aa45" providerId="LiveId" clId="{ECB2C8DB-F7D1-4D70-930A-7560DEE04037}" dt="2026-08-06T03:55:02.199" v="556" actId="478"/>
          <ac:spMkLst>
            <pc:docMk/>
            <pc:sldMk cId="0" sldId="260"/>
            <ac:spMk id="10" creationId="{00000000-0000-0000-0000-000000000000}"/>
          </ac:spMkLst>
        </pc:spChg>
        <pc:spChg chg="add del mod">
          <ac:chgData name="Hiba Fathima" userId="26d3d347c6b4aa45" providerId="LiveId" clId="{ECB2C8DB-F7D1-4D70-930A-7560DEE04037}" dt="2026-08-06T03:57:18.877" v="579"/>
          <ac:spMkLst>
            <pc:docMk/>
            <pc:sldMk cId="0" sldId="260"/>
            <ac:spMk id="13" creationId="{0BB5B5E3-2C17-34E2-4D45-B562B9A2BC58}"/>
          </ac:spMkLst>
        </pc:spChg>
        <pc:spChg chg="add mod ord">
          <ac:chgData name="Hiba Fathima" userId="26d3d347c6b4aa45" providerId="LiveId" clId="{ECB2C8DB-F7D1-4D70-930A-7560DEE04037}" dt="2026-08-06T04:04:01.643" v="621" actId="1076"/>
          <ac:spMkLst>
            <pc:docMk/>
            <pc:sldMk cId="0" sldId="260"/>
            <ac:spMk id="14" creationId="{F2D2783A-B871-CBF1-43F3-E9C6D69F16BC}"/>
          </ac:spMkLst>
        </pc:spChg>
        <pc:spChg chg="add del mod">
          <ac:chgData name="Hiba Fathima" userId="26d3d347c6b4aa45" providerId="LiveId" clId="{ECB2C8DB-F7D1-4D70-930A-7560DEE04037}" dt="2026-08-06T04:08:56.276" v="737" actId="478"/>
          <ac:spMkLst>
            <pc:docMk/>
            <pc:sldMk cId="0" sldId="260"/>
            <ac:spMk id="18" creationId="{3E5D598A-A0ED-B272-7759-59891BB0B416}"/>
          </ac:spMkLst>
        </pc:spChg>
        <pc:spChg chg="add mod">
          <ac:chgData name="Hiba Fathima" userId="26d3d347c6b4aa45" providerId="LiveId" clId="{ECB2C8DB-F7D1-4D70-930A-7560DEE04037}" dt="2026-08-06T04:11:34.711" v="743" actId="20577"/>
          <ac:spMkLst>
            <pc:docMk/>
            <pc:sldMk cId="0" sldId="260"/>
            <ac:spMk id="19" creationId="{F0C5A2D5-3A71-B9AD-808F-4737BAFF8D83}"/>
          </ac:spMkLst>
        </pc:spChg>
        <pc:spChg chg="add mod">
          <ac:chgData name="Hiba Fathima" userId="26d3d347c6b4aa45" providerId="LiveId" clId="{ECB2C8DB-F7D1-4D70-930A-7560DEE04037}" dt="2026-08-06T04:15:09.004" v="913" actId="20577"/>
          <ac:spMkLst>
            <pc:docMk/>
            <pc:sldMk cId="0" sldId="260"/>
            <ac:spMk id="21" creationId="{DA8A82DE-E50C-D027-2F0C-F9F1D22E6BD1}"/>
          </ac:spMkLst>
        </pc:spChg>
        <pc:spChg chg="add mod">
          <ac:chgData name="Hiba Fathima" userId="26d3d347c6b4aa45" providerId="LiveId" clId="{ECB2C8DB-F7D1-4D70-930A-7560DEE04037}" dt="2026-08-06T04:12:14.282" v="819" actId="20577"/>
          <ac:spMkLst>
            <pc:docMk/>
            <pc:sldMk cId="0" sldId="260"/>
            <ac:spMk id="23" creationId="{71492347-9B4B-1DD5-BFCA-D1F8654A9C08}"/>
          </ac:spMkLst>
        </pc:spChg>
        <pc:spChg chg="add mod">
          <ac:chgData name="Hiba Fathima" userId="26d3d347c6b4aa45" providerId="LiveId" clId="{ECB2C8DB-F7D1-4D70-930A-7560DEE04037}" dt="2026-08-06T04:18:27.017" v="963" actId="404"/>
          <ac:spMkLst>
            <pc:docMk/>
            <pc:sldMk cId="0" sldId="260"/>
            <ac:spMk id="25" creationId="{F1020A87-FC75-4056-69FC-E589FE478892}"/>
          </ac:spMkLst>
        </pc:spChg>
        <pc:grpChg chg="add mod">
          <ac:chgData name="Hiba Fathima" userId="26d3d347c6b4aa45" providerId="LiveId" clId="{ECB2C8DB-F7D1-4D70-930A-7560DEE04037}" dt="2026-08-06T04:04:06.933" v="622" actId="1076"/>
          <ac:grpSpMkLst>
            <pc:docMk/>
            <pc:sldMk cId="0" sldId="260"/>
            <ac:grpSpMk id="17" creationId="{CD161CAC-DA1F-AF16-6DC7-EC31D5B8ED4A}"/>
          </ac:grpSpMkLst>
        </pc:grpChg>
        <pc:picChg chg="add mod">
          <ac:chgData name="Hiba Fathima" userId="26d3d347c6b4aa45" providerId="LiveId" clId="{ECB2C8DB-F7D1-4D70-930A-7560DEE04037}" dt="2026-08-06T04:03:46.586" v="618" actId="164"/>
          <ac:picMkLst>
            <pc:docMk/>
            <pc:sldMk cId="0" sldId="260"/>
            <ac:picMk id="12" creationId="{021EA0FF-E57F-E294-E02C-86B0F5FCECE9}"/>
          </ac:picMkLst>
        </pc:picChg>
        <pc:picChg chg="add mod">
          <ac:chgData name="Hiba Fathima" userId="26d3d347c6b4aa45" providerId="LiveId" clId="{ECB2C8DB-F7D1-4D70-930A-7560DEE04037}" dt="2026-08-06T04:03:46.586" v="618" actId="164"/>
          <ac:picMkLst>
            <pc:docMk/>
            <pc:sldMk cId="0" sldId="260"/>
            <ac:picMk id="16" creationId="{B26E9130-A696-E909-90E3-4CF056C64123}"/>
          </ac:picMkLst>
        </pc:picChg>
      </pc:sldChg>
      <pc:sldChg chg="addSp modSp add mod">
        <pc:chgData name="Hiba Fathima" userId="26d3d347c6b4aa45" providerId="LiveId" clId="{ECB2C8DB-F7D1-4D70-930A-7560DEE04037}" dt="2026-08-06T04:19:45.332" v="974" actId="1076"/>
        <pc:sldMkLst>
          <pc:docMk/>
          <pc:sldMk cId="2322837924" sldId="261"/>
        </pc:sldMkLst>
        <pc:spChg chg="mod">
          <ac:chgData name="Hiba Fathima" userId="26d3d347c6b4aa45" providerId="LiveId" clId="{ECB2C8DB-F7D1-4D70-930A-7560DEE04037}" dt="2026-08-06T04:15:40.771" v="924" actId="1076"/>
          <ac:spMkLst>
            <pc:docMk/>
            <pc:sldMk cId="2322837924" sldId="261"/>
            <ac:spMk id="8" creationId="{F4D8DBC8-4558-BDF8-64EA-AE4C50497A05}"/>
          </ac:spMkLst>
        </pc:spChg>
        <pc:spChg chg="mod">
          <ac:chgData name="Hiba Fathima" userId="26d3d347c6b4aa45" providerId="LiveId" clId="{ECB2C8DB-F7D1-4D70-930A-7560DEE04037}" dt="2026-08-06T04:15:29.237" v="923" actId="20577"/>
          <ac:spMkLst>
            <pc:docMk/>
            <pc:sldMk cId="2322837924" sldId="261"/>
            <ac:spMk id="9" creationId="{560954E6-9751-54F7-D9F8-A10BD6944BDA}"/>
          </ac:spMkLst>
        </pc:spChg>
        <pc:spChg chg="add mod">
          <ac:chgData name="Hiba Fathima" userId="26d3d347c6b4aa45" providerId="LiveId" clId="{ECB2C8DB-F7D1-4D70-930A-7560DEE04037}" dt="2026-08-06T04:19:45.332" v="974" actId="1076"/>
          <ac:spMkLst>
            <pc:docMk/>
            <pc:sldMk cId="2322837924" sldId="261"/>
            <ac:spMk id="12" creationId="{7247BE08-C0B8-4C32-4B11-1962B1711A6E}"/>
          </ac:spMkLst>
        </pc:spChg>
      </pc:sldChg>
      <pc:sldChg chg="addSp delSp modSp add mod ord">
        <pc:chgData name="Hiba Fathima" userId="26d3d347c6b4aa45" providerId="LiveId" clId="{ECB2C8DB-F7D1-4D70-930A-7560DEE04037}" dt="2026-08-06T04:20:29.206" v="978" actId="1076"/>
        <pc:sldMkLst>
          <pc:docMk/>
          <pc:sldMk cId="2045613870" sldId="262"/>
        </pc:sldMkLst>
        <pc:spChg chg="add mod">
          <ac:chgData name="Hiba Fathima" userId="26d3d347c6b4aa45" providerId="LiveId" clId="{ECB2C8DB-F7D1-4D70-930A-7560DEE04037}" dt="2026-08-06T04:12:56.408" v="824" actId="14100"/>
          <ac:spMkLst>
            <pc:docMk/>
            <pc:sldMk cId="2045613870" sldId="262"/>
            <ac:spMk id="2" creationId="{2A564506-0D48-6BC1-E3C8-0F675684DCB0}"/>
          </ac:spMkLst>
        </pc:spChg>
        <pc:spChg chg="add mod">
          <ac:chgData name="Hiba Fathima" userId="26d3d347c6b4aa45" providerId="LiveId" clId="{ECB2C8DB-F7D1-4D70-930A-7560DEE04037}" dt="2026-08-06T04:13:58.508" v="912" actId="20577"/>
          <ac:spMkLst>
            <pc:docMk/>
            <pc:sldMk cId="2045613870" sldId="262"/>
            <ac:spMk id="4" creationId="{4C1D2DA8-5E5A-562A-B610-3B4B6655ECEE}"/>
          </ac:spMkLst>
        </pc:spChg>
        <pc:spChg chg="add mod">
          <ac:chgData name="Hiba Fathima" userId="26d3d347c6b4aa45" providerId="LiveId" clId="{ECB2C8DB-F7D1-4D70-930A-7560DEE04037}" dt="2026-08-06T04:13:34.525" v="846" actId="1076"/>
          <ac:spMkLst>
            <pc:docMk/>
            <pc:sldMk cId="2045613870" sldId="262"/>
            <ac:spMk id="7" creationId="{80A54D25-0850-9FB1-0FA2-A58B32888026}"/>
          </ac:spMkLst>
        </pc:spChg>
        <pc:spChg chg="add mod">
          <ac:chgData name="Hiba Fathima" userId="26d3d347c6b4aa45" providerId="LiveId" clId="{ECB2C8DB-F7D1-4D70-930A-7560DEE04037}" dt="2026-08-06T04:20:29.206" v="978" actId="1076"/>
          <ac:spMkLst>
            <pc:docMk/>
            <pc:sldMk cId="2045613870" sldId="262"/>
            <ac:spMk id="9" creationId="{8F052110-EE4F-5A07-FFEF-2A445A40C170}"/>
          </ac:spMkLst>
        </pc:spChg>
        <pc:spChg chg="mod">
          <ac:chgData name="Hiba Fathima" userId="26d3d347c6b4aa45" providerId="LiveId" clId="{ECB2C8DB-F7D1-4D70-930A-7560DEE04037}" dt="2026-08-06T03:57:13.592" v="576" actId="207"/>
          <ac:spMkLst>
            <pc:docMk/>
            <pc:sldMk cId="2045613870" sldId="262"/>
            <ac:spMk id="34" creationId="{3030E279-3BE2-3B8B-CB59-4F017A3EE7BC}"/>
          </ac:spMkLst>
        </pc:spChg>
        <pc:spChg chg="del">
          <ac:chgData name="Hiba Fathima" userId="26d3d347c6b4aa45" providerId="LiveId" clId="{ECB2C8DB-F7D1-4D70-930A-7560DEE04037}" dt="2026-08-06T03:57:03.311" v="575" actId="478"/>
          <ac:spMkLst>
            <pc:docMk/>
            <pc:sldMk cId="2045613870" sldId="262"/>
            <ac:spMk id="36" creationId="{7D71D530-6EAF-F285-14F8-BC5424AAA50B}"/>
          </ac:spMkLst>
        </pc:spChg>
        <pc:picChg chg="del">
          <ac:chgData name="Hiba Fathima" userId="26d3d347c6b4aa45" providerId="LiveId" clId="{ECB2C8DB-F7D1-4D70-930A-7560DEE04037}" dt="2026-08-06T03:56:31.952" v="569" actId="478"/>
          <ac:picMkLst>
            <pc:docMk/>
            <pc:sldMk cId="2045613870" sldId="262"/>
            <ac:picMk id="24" creationId="{9D74C63E-18FF-6FDB-EF4D-8C2C88D51F46}"/>
          </ac:picMkLst>
        </pc:picChg>
        <pc:picChg chg="mod">
          <ac:chgData name="Hiba Fathima" userId="26d3d347c6b4aa45" providerId="LiveId" clId="{ECB2C8DB-F7D1-4D70-930A-7560DEE04037}" dt="2026-08-06T04:12:34.524" v="821" actId="1076"/>
          <ac:picMkLst>
            <pc:docMk/>
            <pc:sldMk cId="2045613870" sldId="262"/>
            <ac:picMk id="31" creationId="{8139D5ED-9125-788F-A838-036688AE12E3}"/>
          </ac:picMkLst>
        </pc:picChg>
        <pc:picChg chg="del">
          <ac:chgData name="Hiba Fathima" userId="26d3d347c6b4aa45" providerId="LiveId" clId="{ECB2C8DB-F7D1-4D70-930A-7560DEE04037}" dt="2026-08-06T03:56:29.590" v="568" actId="478"/>
          <ac:picMkLst>
            <pc:docMk/>
            <pc:sldMk cId="2045613870" sldId="262"/>
            <ac:picMk id="33" creationId="{B35C6BF9-5E48-12C4-022F-5FDA1C3D0E9C}"/>
          </ac:picMkLst>
        </pc:picChg>
      </pc:sldChg>
      <pc:sldChg chg="add del ord">
        <pc:chgData name="Hiba Fathima" userId="26d3d347c6b4aa45" providerId="LiveId" clId="{ECB2C8DB-F7D1-4D70-930A-7560DEE04037}" dt="2026-08-06T04:16:01.765" v="928" actId="47"/>
        <pc:sldMkLst>
          <pc:docMk/>
          <pc:sldMk cId="708811287" sldId="263"/>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dk1"/>
                </a:solidFill>
                <a:latin typeface="+mn-lt"/>
                <a:ea typeface="+mn-ea"/>
                <a:cs typeface="+mn-cs"/>
              </a:defRPr>
            </a:pPr>
            <a:r>
              <a:rPr lang="en-IN" sz="1600" b="1"/>
              <a:t>Attack Success Rate by Attack Type</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dk1"/>
              </a:solidFill>
              <a:latin typeface="+mn-lt"/>
              <a:ea typeface="+mn-ea"/>
              <a:cs typeface="+mn-cs"/>
            </a:defRPr>
          </a:pPr>
          <a:endParaRPr lang="en-US"/>
        </a:p>
      </c:txPr>
    </c:title>
    <c:autoTitleDeleted val="0"/>
    <c:plotArea>
      <c:layout>
        <c:manualLayout>
          <c:layoutTarget val="inner"/>
          <c:xMode val="edge"/>
          <c:yMode val="edge"/>
          <c:x val="9.0989236998587089E-2"/>
          <c:y val="0.12182223243859987"/>
          <c:w val="0.88531238014038194"/>
          <c:h val="0.77143329434436814"/>
        </c:manualLayout>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Sheet1!$N$3:$N$5</c:f>
              <c:strCache>
                <c:ptCount val="3"/>
                <c:pt idx="0">
                  <c:v>Gaussian noise</c:v>
                </c:pt>
                <c:pt idx="1">
                  <c:v>Pixel shift</c:v>
                </c:pt>
                <c:pt idx="2">
                  <c:v>Prompt injection</c:v>
                </c:pt>
              </c:strCache>
            </c:strRef>
          </c:cat>
          <c:val>
            <c:numRef>
              <c:f>Sheet1!$Q$3:$Q$5</c:f>
              <c:numCache>
                <c:formatCode>0.0%</c:formatCode>
                <c:ptCount val="3"/>
                <c:pt idx="0">
                  <c:v>0.6</c:v>
                </c:pt>
                <c:pt idx="1">
                  <c:v>1</c:v>
                </c:pt>
                <c:pt idx="2">
                  <c:v>0</c:v>
                </c:pt>
              </c:numCache>
            </c:numRef>
          </c:val>
          <c:extLst>
            <c:ext xmlns:c16="http://schemas.microsoft.com/office/drawing/2014/chart" uri="{C3380CC4-5D6E-409C-BE32-E72D297353CC}">
              <c16:uniqueId val="{00000000-8365-4D01-AC69-126423A9F951}"/>
            </c:ext>
          </c:extLst>
        </c:ser>
        <c:dLbls>
          <c:showLegendKey val="0"/>
          <c:showVal val="0"/>
          <c:showCatName val="0"/>
          <c:showSerName val="0"/>
          <c:showPercent val="0"/>
          <c:showBubbleSize val="0"/>
        </c:dLbls>
        <c:gapWidth val="219"/>
        <c:overlap val="-27"/>
        <c:axId val="926689904"/>
        <c:axId val="875599120"/>
      </c:barChart>
      <c:catAx>
        <c:axId val="926689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875599120"/>
        <c:crosses val="autoZero"/>
        <c:auto val="1"/>
        <c:lblAlgn val="ctr"/>
        <c:lblOffset val="100"/>
        <c:noMultiLvlLbl val="0"/>
      </c:catAx>
      <c:valAx>
        <c:axId val="875599120"/>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9266899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19050" cap="flat" cmpd="sng" algn="ctr">
      <a:solidFill>
        <a:schemeClr val="tx2"/>
      </a:solidFill>
      <a:prstDash val="solid"/>
      <a:miter lim="800000"/>
    </a:ln>
    <a:effectLst/>
  </c:spPr>
  <c:txPr>
    <a:bodyPr/>
    <a:lstStyle/>
    <a:p>
      <a:pPr>
        <a:defRPr>
          <a:solidFill>
            <a:schemeClr val="dk1"/>
          </a:solidFill>
          <a:latin typeface="+mn-lt"/>
          <a:ea typeface="+mn-ea"/>
          <a:cs typeface="+mn-cs"/>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IN" sz="1600" b="1"/>
              <a:t>Defense Recovery Rate by Attack Type</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Sheet1!$N$3:$N$5</c:f>
              <c:strCache>
                <c:ptCount val="3"/>
                <c:pt idx="0">
                  <c:v>Gaussian noise</c:v>
                </c:pt>
                <c:pt idx="1">
                  <c:v>Pixel shift</c:v>
                </c:pt>
                <c:pt idx="2">
                  <c:v>Prompt injection</c:v>
                </c:pt>
              </c:strCache>
            </c:strRef>
          </c:cat>
          <c:val>
            <c:numRef>
              <c:f>Sheet1!$S$3:$S$5</c:f>
              <c:numCache>
                <c:formatCode>0.0%</c:formatCode>
                <c:ptCount val="3"/>
                <c:pt idx="0">
                  <c:v>0.75</c:v>
                </c:pt>
                <c:pt idx="1">
                  <c:v>0.75</c:v>
                </c:pt>
                <c:pt idx="2">
                  <c:v>0</c:v>
                </c:pt>
              </c:numCache>
            </c:numRef>
          </c:val>
          <c:extLst>
            <c:ext xmlns:c16="http://schemas.microsoft.com/office/drawing/2014/chart" uri="{C3380CC4-5D6E-409C-BE32-E72D297353CC}">
              <c16:uniqueId val="{00000000-439E-4CC5-A2F8-D7D883AACEB5}"/>
            </c:ext>
          </c:extLst>
        </c:ser>
        <c:dLbls>
          <c:showLegendKey val="0"/>
          <c:showVal val="0"/>
          <c:showCatName val="0"/>
          <c:showSerName val="0"/>
          <c:showPercent val="0"/>
          <c:showBubbleSize val="0"/>
        </c:dLbls>
        <c:gapWidth val="219"/>
        <c:overlap val="-27"/>
        <c:axId val="926681552"/>
        <c:axId val="875589040"/>
      </c:barChart>
      <c:catAx>
        <c:axId val="926681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75589040"/>
        <c:crosses val="autoZero"/>
        <c:auto val="1"/>
        <c:lblAlgn val="ctr"/>
        <c:lblOffset val="100"/>
        <c:noMultiLvlLbl val="0"/>
      </c:catAx>
      <c:valAx>
        <c:axId val="875589040"/>
        <c:scaling>
          <c:orientation val="minMax"/>
        </c:scaling>
        <c:delete val="0"/>
        <c:axPos val="l"/>
        <c:majorGridlines>
          <c:spPr>
            <a:ln w="12700" cap="flat" cmpd="sng" algn="ctr">
              <a:solidFill>
                <a:schemeClr val="bg1">
                  <a:lumMod val="85000"/>
                </a:schemeClr>
              </a:solidFill>
              <a:prstDash val="solid"/>
              <a:miter lim="800000"/>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66815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lumMod val="95000"/>
          <a:lumOff val="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9459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E66C0-E7BB-4549-48A6-5B2C626B7D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28DC86-7F7D-EDD3-2012-8B82FC5F59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8A5253-884E-7261-51F1-D21F8C87B9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C80F3F-CB90-7177-90D9-03EABD48A6CC}"/>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725812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67EEC-BB6D-A6B4-82F5-F79BDC5996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A42A3E-236F-88AC-62DE-4B487164E5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48B268-E2A8-E1C4-ED7C-CC7B3DB592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92616D-5E6D-E27D-B93C-E97891076B6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413654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869680" y="-2103120"/>
            <a:ext cx="6400800" cy="6400800"/>
          </a:xfrm>
          <a:prstGeom prst="ellipse">
            <a:avLst/>
          </a:prstGeom>
          <a:solidFill>
            <a:srgbClr val="263380"/>
          </a:solidFill>
          <a:ln/>
        </p:spPr>
        <p:txBody>
          <a:bodyPr/>
          <a:lstStyle/>
          <a:p>
            <a:endParaRPr lang="en-US" noProof="0" dirty="0"/>
          </a:p>
        </p:txBody>
      </p:sp>
      <p:sp>
        <p:nvSpPr>
          <p:cNvPr id="3" name="Shape 1"/>
          <p:cNvSpPr/>
          <p:nvPr/>
        </p:nvSpPr>
        <p:spPr>
          <a:xfrm>
            <a:off x="10332720" y="4206240"/>
            <a:ext cx="3840480" cy="3840480"/>
          </a:xfrm>
          <a:prstGeom prst="ellipse">
            <a:avLst/>
          </a:prstGeom>
          <a:solidFill>
            <a:srgbClr val="232C6E"/>
          </a:solidFill>
          <a:ln/>
        </p:spPr>
        <p:txBody>
          <a:bodyPr/>
          <a:lstStyle/>
          <a:p>
            <a:endParaRPr lang="en-US" noProof="0" dirty="0"/>
          </a:p>
        </p:txBody>
      </p:sp>
      <p:sp>
        <p:nvSpPr>
          <p:cNvPr id="4" name="Text 2"/>
          <p:cNvSpPr/>
          <p:nvPr/>
        </p:nvSpPr>
        <p:spPr>
          <a:xfrm>
            <a:off x="640080" y="502920"/>
            <a:ext cx="7315200" cy="365760"/>
          </a:xfrm>
          <a:prstGeom prst="rect">
            <a:avLst/>
          </a:prstGeom>
          <a:noFill/>
          <a:ln/>
        </p:spPr>
        <p:txBody>
          <a:bodyPr wrap="square" rtlCol="0" anchor="ctr"/>
          <a:lstStyle/>
          <a:p>
            <a:pPr marL="0" indent="0">
              <a:buNone/>
            </a:pPr>
            <a:r>
              <a:rPr lang="en-US" sz="1300" b="1" kern="0" spc="300" noProof="0" dirty="0">
                <a:solidFill>
                  <a:srgbClr val="CADCFC"/>
                </a:solidFill>
                <a:latin typeface="Calibri" pitchFamily="34" charset="0"/>
                <a:ea typeface="Calibri" pitchFamily="34" charset="-122"/>
                <a:cs typeface="Calibri" pitchFamily="34" charset="-120"/>
              </a:rPr>
              <a:t>ADVERSARIAL VISION LAB</a:t>
            </a:r>
            <a:endParaRPr lang="en-US" sz="1300" noProof="0" dirty="0"/>
          </a:p>
        </p:txBody>
      </p:sp>
      <p:sp>
        <p:nvSpPr>
          <p:cNvPr id="5" name="Text 3"/>
          <p:cNvSpPr/>
          <p:nvPr/>
        </p:nvSpPr>
        <p:spPr>
          <a:xfrm>
            <a:off x="640080" y="960120"/>
            <a:ext cx="8778240" cy="1188720"/>
          </a:xfrm>
          <a:prstGeom prst="rect">
            <a:avLst/>
          </a:prstGeom>
          <a:noFill/>
          <a:ln/>
        </p:spPr>
        <p:txBody>
          <a:bodyPr wrap="square" rtlCol="0" anchor="ctr"/>
          <a:lstStyle/>
          <a:p>
            <a:pPr marL="0" indent="0">
              <a:buNone/>
            </a:pPr>
            <a:r>
              <a:rPr lang="en-US" sz="4000" b="1" noProof="0" dirty="0">
                <a:solidFill>
                  <a:srgbClr val="FFFFFF"/>
                </a:solidFill>
                <a:latin typeface="Cambria" pitchFamily="34" charset="0"/>
                <a:ea typeface="Cambria" pitchFamily="34" charset="-122"/>
                <a:cs typeface="Cambria" pitchFamily="34" charset="-120"/>
              </a:rPr>
              <a:t>Why Securing Vision AI Matters</a:t>
            </a:r>
            <a:endParaRPr lang="en-US" sz="4000" noProof="0" dirty="0"/>
          </a:p>
        </p:txBody>
      </p:sp>
      <p:sp>
        <p:nvSpPr>
          <p:cNvPr id="6" name="Text 4"/>
          <p:cNvSpPr/>
          <p:nvPr/>
        </p:nvSpPr>
        <p:spPr>
          <a:xfrm>
            <a:off x="640080" y="1965960"/>
            <a:ext cx="7040880" cy="1005840"/>
          </a:xfrm>
          <a:prstGeom prst="rect">
            <a:avLst/>
          </a:prstGeom>
          <a:noFill/>
          <a:ln/>
        </p:spPr>
        <p:txBody>
          <a:bodyPr wrap="square" rtlCol="0" anchor="ctr"/>
          <a:lstStyle/>
          <a:p>
            <a:pPr>
              <a:lnSpc>
                <a:spcPct val="125000"/>
              </a:lnSpc>
            </a:pPr>
            <a:r>
              <a:rPr lang="en-US" sz="1600" noProof="0" dirty="0">
                <a:solidFill>
                  <a:schemeClr val="bg1"/>
                </a:solidFill>
              </a:rPr>
              <a:t>Vision AI is increasingly used in autonomous vehicles, healthcare, surveillance, and document verification. Small image modifications or hidden adversarial content can mislead AI models, making security an essential part of reliable Vision AI systems.</a:t>
            </a:r>
            <a:endParaRPr lang="en-US" sz="1500" noProof="0" dirty="0">
              <a:solidFill>
                <a:schemeClr val="bg1"/>
              </a:solidFill>
            </a:endParaRPr>
          </a:p>
        </p:txBody>
      </p:sp>
      <p:sp>
        <p:nvSpPr>
          <p:cNvPr id="7" name="Shape 5"/>
          <p:cNvSpPr/>
          <p:nvPr/>
        </p:nvSpPr>
        <p:spPr>
          <a:xfrm>
            <a:off x="640080" y="3246120"/>
            <a:ext cx="3337560" cy="1600200"/>
          </a:xfrm>
          <a:prstGeom prst="roundRect">
            <a:avLst>
              <a:gd name="adj" fmla="val 6857"/>
            </a:avLst>
          </a:prstGeom>
          <a:solidFill>
            <a:srgbClr val="232C6E"/>
          </a:solidFill>
          <a:ln/>
        </p:spPr>
        <p:txBody>
          <a:bodyPr/>
          <a:lstStyle/>
          <a:p>
            <a:endParaRPr lang="en-US" noProof="0" dirty="0"/>
          </a:p>
        </p:txBody>
      </p:sp>
      <p:sp>
        <p:nvSpPr>
          <p:cNvPr id="8" name="Text 6"/>
          <p:cNvSpPr/>
          <p:nvPr/>
        </p:nvSpPr>
        <p:spPr>
          <a:xfrm>
            <a:off x="594360" y="3376498"/>
            <a:ext cx="3566160" cy="425045"/>
          </a:xfrm>
          <a:prstGeom prst="rect">
            <a:avLst/>
          </a:prstGeom>
          <a:noFill/>
          <a:ln/>
        </p:spPr>
        <p:txBody>
          <a:bodyPr wrap="square" rtlCol="0" anchor="ctr"/>
          <a:lstStyle/>
          <a:p>
            <a:r>
              <a:rPr lang="en-US" sz="3200" noProof="0" dirty="0">
                <a:solidFill>
                  <a:schemeClr val="accent2">
                    <a:lumMod val="75000"/>
                  </a:schemeClr>
                </a:solidFill>
              </a:rPr>
              <a:t> </a:t>
            </a:r>
            <a:r>
              <a:rPr lang="en-US" sz="3200" b="1" noProof="0" dirty="0">
                <a:solidFill>
                  <a:schemeClr val="accent2">
                    <a:lumMod val="75000"/>
                  </a:schemeClr>
                </a:solidFill>
              </a:rPr>
              <a:t>Attack Simulation</a:t>
            </a:r>
            <a:endParaRPr lang="en-US" sz="3200" noProof="0" dirty="0">
              <a:solidFill>
                <a:schemeClr val="accent2">
                  <a:lumMod val="75000"/>
                </a:schemeClr>
              </a:solidFill>
            </a:endParaRPr>
          </a:p>
        </p:txBody>
      </p:sp>
      <p:sp>
        <p:nvSpPr>
          <p:cNvPr id="9" name="Text 7"/>
          <p:cNvSpPr/>
          <p:nvPr/>
        </p:nvSpPr>
        <p:spPr>
          <a:xfrm>
            <a:off x="868680" y="4023360"/>
            <a:ext cx="2926080" cy="731520"/>
          </a:xfrm>
          <a:prstGeom prst="rect">
            <a:avLst/>
          </a:prstGeom>
          <a:noFill/>
          <a:ln/>
        </p:spPr>
        <p:txBody>
          <a:bodyPr wrap="square" rtlCol="0" anchor="ctr"/>
          <a:lstStyle/>
          <a:p>
            <a:pPr marL="171450" lvl="0" indent="-171450">
              <a:buFont typeface="Arial" panose="020B0604020202020204" pitchFamily="34" charset="0"/>
              <a:buChar char="•"/>
            </a:pPr>
            <a:r>
              <a:rPr lang="en-US" sz="1400" noProof="0" dirty="0">
                <a:solidFill>
                  <a:schemeClr val="bg1"/>
                </a:solidFill>
              </a:rPr>
              <a:t>Gaussian Noise </a:t>
            </a:r>
          </a:p>
          <a:p>
            <a:pPr marL="171450" lvl="0" indent="-171450">
              <a:buFont typeface="Arial" panose="020B0604020202020204" pitchFamily="34" charset="0"/>
              <a:buChar char="•"/>
            </a:pPr>
            <a:r>
              <a:rPr lang="en-US" sz="1400" noProof="0" dirty="0">
                <a:solidFill>
                  <a:schemeClr val="bg1"/>
                </a:solidFill>
              </a:rPr>
              <a:t>Pixel Shift </a:t>
            </a:r>
          </a:p>
          <a:p>
            <a:pPr marL="171450" lvl="0" indent="-171450">
              <a:buFont typeface="Arial" panose="020B0604020202020204" pitchFamily="34" charset="0"/>
              <a:buChar char="•"/>
            </a:pPr>
            <a:r>
              <a:rPr lang="en-US" sz="1400" noProof="0" dirty="0">
                <a:solidFill>
                  <a:schemeClr val="bg1"/>
                </a:solidFill>
              </a:rPr>
              <a:t>EXIF Injection </a:t>
            </a:r>
          </a:p>
          <a:p>
            <a:pPr marL="171450" lvl="0" indent="-171450">
              <a:buFont typeface="Arial" panose="020B0604020202020204" pitchFamily="34" charset="0"/>
              <a:buChar char="•"/>
            </a:pPr>
            <a:r>
              <a:rPr lang="en-US" sz="1400" noProof="0" dirty="0">
                <a:solidFill>
                  <a:schemeClr val="bg1"/>
                </a:solidFill>
              </a:rPr>
              <a:t>LSB  Steganography</a:t>
            </a:r>
          </a:p>
          <a:p>
            <a:pPr marL="171450" indent="-171450">
              <a:lnSpc>
                <a:spcPct val="115000"/>
              </a:lnSpc>
              <a:buFont typeface="Arial" panose="020B0604020202020204" pitchFamily="34" charset="0"/>
              <a:buChar char="•"/>
            </a:pPr>
            <a:endParaRPr lang="en-US" sz="1400" noProof="0" dirty="0">
              <a:solidFill>
                <a:schemeClr val="bg1"/>
              </a:solidFill>
            </a:endParaRPr>
          </a:p>
        </p:txBody>
      </p:sp>
      <p:sp>
        <p:nvSpPr>
          <p:cNvPr id="10" name="Shape 8"/>
          <p:cNvSpPr/>
          <p:nvPr/>
        </p:nvSpPr>
        <p:spPr>
          <a:xfrm>
            <a:off x="4206240" y="3246120"/>
            <a:ext cx="3337560" cy="1600200"/>
          </a:xfrm>
          <a:prstGeom prst="roundRect">
            <a:avLst>
              <a:gd name="adj" fmla="val 6857"/>
            </a:avLst>
          </a:prstGeom>
          <a:solidFill>
            <a:srgbClr val="232C6E"/>
          </a:solidFill>
          <a:ln/>
        </p:spPr>
        <p:txBody>
          <a:bodyPr/>
          <a:lstStyle/>
          <a:p>
            <a:endParaRPr lang="en-US" noProof="0" dirty="0"/>
          </a:p>
        </p:txBody>
      </p:sp>
      <p:sp>
        <p:nvSpPr>
          <p:cNvPr id="11" name="Text 9"/>
          <p:cNvSpPr/>
          <p:nvPr/>
        </p:nvSpPr>
        <p:spPr>
          <a:xfrm>
            <a:off x="4434840" y="3383280"/>
            <a:ext cx="2926080" cy="640080"/>
          </a:xfrm>
          <a:prstGeom prst="rect">
            <a:avLst/>
          </a:prstGeom>
          <a:noFill/>
          <a:ln/>
        </p:spPr>
        <p:txBody>
          <a:bodyPr wrap="square" rtlCol="0" anchor="ctr"/>
          <a:lstStyle/>
          <a:p>
            <a:r>
              <a:rPr lang="en-US" sz="3200" b="1" noProof="0" dirty="0">
                <a:solidFill>
                  <a:schemeClr val="accent2">
                    <a:lumMod val="75000"/>
                  </a:schemeClr>
                </a:solidFill>
              </a:rPr>
              <a:t>Defense</a:t>
            </a:r>
            <a:endParaRPr lang="en-US" sz="3200" noProof="0" dirty="0">
              <a:solidFill>
                <a:schemeClr val="accent2">
                  <a:lumMod val="75000"/>
                </a:schemeClr>
              </a:solidFill>
            </a:endParaRPr>
          </a:p>
        </p:txBody>
      </p:sp>
      <p:sp>
        <p:nvSpPr>
          <p:cNvPr id="12" name="Text 10"/>
          <p:cNvSpPr/>
          <p:nvPr/>
        </p:nvSpPr>
        <p:spPr>
          <a:xfrm>
            <a:off x="4434840" y="4023360"/>
            <a:ext cx="2926080" cy="731520"/>
          </a:xfrm>
          <a:prstGeom prst="rect">
            <a:avLst/>
          </a:prstGeom>
          <a:noFill/>
          <a:ln/>
        </p:spPr>
        <p:txBody>
          <a:bodyPr wrap="square" rtlCol="0" anchor="ctr"/>
          <a:lstStyle/>
          <a:p>
            <a:pPr marL="171450" indent="-171450">
              <a:buFont typeface="Arial" panose="020B0604020202020204" pitchFamily="34" charset="0"/>
              <a:buChar char="•"/>
            </a:pPr>
            <a:endParaRPr lang="en-US" sz="1600" noProof="0" dirty="0">
              <a:solidFill>
                <a:schemeClr val="bg1"/>
              </a:solidFill>
            </a:endParaRPr>
          </a:p>
          <a:p>
            <a:pPr marL="171450" lvl="0" indent="-171450">
              <a:buFont typeface="Arial" panose="020B0604020202020204" pitchFamily="34" charset="0"/>
              <a:buChar char="•"/>
            </a:pPr>
            <a:r>
              <a:rPr lang="en-US" sz="1600" noProof="0" dirty="0">
                <a:solidFill>
                  <a:schemeClr val="bg1"/>
                </a:solidFill>
              </a:rPr>
              <a:t>EXIF Removal </a:t>
            </a:r>
          </a:p>
          <a:p>
            <a:pPr marL="171450" lvl="0" indent="-171450">
              <a:buFont typeface="Arial" panose="020B0604020202020204" pitchFamily="34" charset="0"/>
              <a:buChar char="•"/>
            </a:pPr>
            <a:r>
              <a:rPr lang="en-US" sz="1600" noProof="0" dirty="0">
                <a:solidFill>
                  <a:schemeClr val="bg1"/>
                </a:solidFill>
              </a:rPr>
              <a:t>Gaussian Blur</a:t>
            </a:r>
          </a:p>
          <a:p>
            <a:pPr marL="171450" indent="-171450">
              <a:lnSpc>
                <a:spcPct val="115000"/>
              </a:lnSpc>
              <a:buFont typeface="Arial" panose="020B0604020202020204" pitchFamily="34" charset="0"/>
              <a:buChar char="•"/>
            </a:pPr>
            <a:endParaRPr lang="en-US" noProof="0" dirty="0">
              <a:solidFill>
                <a:schemeClr val="bg1"/>
              </a:solidFill>
            </a:endParaRPr>
          </a:p>
        </p:txBody>
      </p:sp>
      <p:sp>
        <p:nvSpPr>
          <p:cNvPr id="13" name="Shape 11"/>
          <p:cNvSpPr/>
          <p:nvPr/>
        </p:nvSpPr>
        <p:spPr>
          <a:xfrm>
            <a:off x="7772400" y="3246120"/>
            <a:ext cx="3337560" cy="1600200"/>
          </a:xfrm>
          <a:prstGeom prst="roundRect">
            <a:avLst>
              <a:gd name="adj" fmla="val 6857"/>
            </a:avLst>
          </a:prstGeom>
          <a:solidFill>
            <a:srgbClr val="232C6E"/>
          </a:solidFill>
          <a:ln/>
        </p:spPr>
        <p:txBody>
          <a:bodyPr/>
          <a:lstStyle/>
          <a:p>
            <a:endParaRPr lang="en-US" sz="2000" noProof="0" dirty="0"/>
          </a:p>
        </p:txBody>
      </p:sp>
      <p:sp>
        <p:nvSpPr>
          <p:cNvPr id="14" name="Text 12"/>
          <p:cNvSpPr/>
          <p:nvPr/>
        </p:nvSpPr>
        <p:spPr>
          <a:xfrm>
            <a:off x="8001000" y="3383280"/>
            <a:ext cx="2926080" cy="640080"/>
          </a:xfrm>
          <a:prstGeom prst="rect">
            <a:avLst/>
          </a:prstGeom>
          <a:noFill/>
          <a:ln/>
        </p:spPr>
        <p:txBody>
          <a:bodyPr wrap="square" rtlCol="0" anchor="ctr"/>
          <a:lstStyle/>
          <a:p>
            <a:r>
              <a:rPr lang="en-IN" sz="3200" b="1" dirty="0">
                <a:solidFill>
                  <a:schemeClr val="accent2">
                    <a:lumMod val="75000"/>
                  </a:schemeClr>
                </a:solidFill>
              </a:rPr>
              <a:t>AI Models</a:t>
            </a:r>
            <a:endParaRPr lang="en-US" sz="3200" b="1" noProof="0" dirty="0">
              <a:solidFill>
                <a:schemeClr val="accent2">
                  <a:lumMod val="75000"/>
                </a:schemeClr>
              </a:solidFill>
            </a:endParaRPr>
          </a:p>
        </p:txBody>
      </p:sp>
      <p:sp>
        <p:nvSpPr>
          <p:cNvPr id="15" name="Text 13"/>
          <p:cNvSpPr/>
          <p:nvPr/>
        </p:nvSpPr>
        <p:spPr>
          <a:xfrm>
            <a:off x="8001000" y="4023360"/>
            <a:ext cx="2926080" cy="731520"/>
          </a:xfrm>
          <a:prstGeom prst="rect">
            <a:avLst/>
          </a:prstGeom>
          <a:noFill/>
          <a:ln/>
        </p:spPr>
        <p:txBody>
          <a:bodyPr wrap="square" rtlCol="0" anchor="ctr"/>
          <a:lstStyle/>
          <a:p>
            <a:pPr marL="171450" lvl="0" indent="-171450">
              <a:buFont typeface="Arial" panose="020B0604020202020204" pitchFamily="34" charset="0"/>
              <a:buChar char="•"/>
            </a:pPr>
            <a:r>
              <a:rPr lang="en-IN" dirty="0" err="1">
                <a:solidFill>
                  <a:schemeClr val="bg1"/>
                </a:solidFill>
              </a:rPr>
              <a:t>ViT</a:t>
            </a:r>
            <a:r>
              <a:rPr lang="en-IN" dirty="0">
                <a:solidFill>
                  <a:schemeClr val="bg1"/>
                </a:solidFill>
              </a:rPr>
              <a:t> </a:t>
            </a:r>
          </a:p>
          <a:p>
            <a:pPr marL="171450" lvl="0" indent="-171450">
              <a:buFont typeface="Arial" panose="020B0604020202020204" pitchFamily="34" charset="0"/>
              <a:buChar char="•"/>
            </a:pPr>
            <a:r>
              <a:rPr lang="en-IN" dirty="0" err="1">
                <a:solidFill>
                  <a:schemeClr val="bg1"/>
                </a:solidFill>
              </a:rPr>
              <a:t>LLaVA</a:t>
            </a:r>
            <a:endParaRPr lang="en-IN" dirty="0">
              <a:solidFill>
                <a:schemeClr val="bg1"/>
              </a:solidFill>
            </a:endParaRPr>
          </a:p>
          <a:p>
            <a:pPr marL="171450" indent="-171450">
              <a:lnSpc>
                <a:spcPct val="115000"/>
              </a:lnSpc>
              <a:buFont typeface="Arial" panose="020B0604020202020204" pitchFamily="34" charset="0"/>
              <a:buChar char="•"/>
            </a:pPr>
            <a:endParaRPr lang="en-US" noProof="0" dirty="0">
              <a:solidFill>
                <a:schemeClr val="bg1"/>
              </a:solidFill>
            </a:endParaRPr>
          </a:p>
        </p:txBody>
      </p:sp>
      <p:sp>
        <p:nvSpPr>
          <p:cNvPr id="16" name="Text 14"/>
          <p:cNvSpPr/>
          <p:nvPr/>
        </p:nvSpPr>
        <p:spPr>
          <a:xfrm>
            <a:off x="640080" y="5166360"/>
            <a:ext cx="10607040" cy="548640"/>
          </a:xfrm>
          <a:prstGeom prst="rect">
            <a:avLst/>
          </a:prstGeom>
          <a:noFill/>
          <a:ln/>
        </p:spPr>
        <p:txBody>
          <a:bodyPr wrap="square" rtlCol="0" anchor="ctr"/>
          <a:lstStyle/>
          <a:p>
            <a:r>
              <a:rPr lang="en-IN" sz="1400" dirty="0">
                <a:solidFill>
                  <a:schemeClr val="bg1"/>
                </a:solidFill>
              </a:rPr>
              <a:t>Evaluating the robustness of Vision AI against adversarial attacks and measuring the effectiveness of </a:t>
            </a:r>
            <a:r>
              <a:rPr lang="en-IN" sz="1400" dirty="0" err="1">
                <a:solidFill>
                  <a:schemeClr val="bg1"/>
                </a:solidFill>
              </a:rPr>
              <a:t>defense</a:t>
            </a:r>
            <a:r>
              <a:rPr lang="en-IN" sz="1400" dirty="0">
                <a:solidFill>
                  <a:schemeClr val="bg1"/>
                </a:solidFill>
              </a:rPr>
              <a:t> techniques.</a:t>
            </a:r>
            <a:endParaRPr lang="en-US" sz="1400" noProof="0" dirty="0">
              <a:solidFill>
                <a:schemeClr val="bg1"/>
              </a:solidFill>
            </a:endParaRPr>
          </a:p>
        </p:txBody>
      </p:sp>
      <p:sp>
        <p:nvSpPr>
          <p:cNvPr id="17" name="Text 15"/>
          <p:cNvSpPr/>
          <p:nvPr/>
        </p:nvSpPr>
        <p:spPr>
          <a:xfrm>
            <a:off x="640080" y="6446520"/>
            <a:ext cx="3657600" cy="274320"/>
          </a:xfrm>
          <a:prstGeom prst="rect">
            <a:avLst/>
          </a:prstGeom>
          <a:noFill/>
          <a:ln/>
        </p:spPr>
        <p:txBody>
          <a:bodyPr wrap="square" rtlCol="0" anchor="ctr"/>
          <a:lstStyle/>
          <a:p>
            <a:pPr marL="0" indent="0">
              <a:buNone/>
            </a:pPr>
            <a:r>
              <a:rPr lang="en-US" sz="1000" noProof="0" dirty="0">
                <a:solidFill>
                  <a:srgbClr val="8894C8"/>
                </a:solidFill>
                <a:latin typeface="Calibri" pitchFamily="34" charset="0"/>
                <a:ea typeface="Calibri" pitchFamily="34" charset="-122"/>
                <a:cs typeface="Calibri" pitchFamily="34" charset="-120"/>
              </a:rPr>
              <a:t>01 / Problem Statement</a:t>
            </a:r>
            <a:endParaRPr lang="en-US" sz="1000" noProof="0" dirty="0"/>
          </a:p>
        </p:txBody>
      </p:sp>
      <p:sp>
        <p:nvSpPr>
          <p:cNvPr id="18" name="TextBox 17">
            <a:extLst>
              <a:ext uri="{FF2B5EF4-FFF2-40B4-BE49-F238E27FC236}">
                <a16:creationId xmlns:a16="http://schemas.microsoft.com/office/drawing/2014/main" id="{B3A07323-B87F-64EB-5FA2-7B236F1DB22B}"/>
              </a:ext>
            </a:extLst>
          </p:cNvPr>
          <p:cNvSpPr txBox="1"/>
          <p:nvPr/>
        </p:nvSpPr>
        <p:spPr>
          <a:xfrm>
            <a:off x="10332720" y="6429791"/>
            <a:ext cx="2113503" cy="276999"/>
          </a:xfrm>
          <a:prstGeom prst="rect">
            <a:avLst/>
          </a:prstGeom>
          <a:noFill/>
        </p:spPr>
        <p:txBody>
          <a:bodyPr wrap="square" rtlCol="0">
            <a:spAutoFit/>
          </a:bodyPr>
          <a:lstStyle/>
          <a:p>
            <a:r>
              <a:rPr lang="en-US" sz="1200" b="1" dirty="0">
                <a:solidFill>
                  <a:schemeClr val="bg1"/>
                </a:solidFill>
              </a:rPr>
              <a:t>Hiba Fathima K</a:t>
            </a:r>
            <a:endParaRPr lang="en-IN" sz="12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54864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System Architecture</a:t>
            </a:r>
            <a:endParaRPr lang="en-US" sz="3000" dirty="0"/>
          </a:p>
        </p:txBody>
      </p:sp>
      <p:sp>
        <p:nvSpPr>
          <p:cNvPr id="3" name="Text 1"/>
          <p:cNvSpPr/>
          <p:nvPr/>
        </p:nvSpPr>
        <p:spPr>
          <a:xfrm>
            <a:off x="640080" y="987552"/>
            <a:ext cx="8229600" cy="365760"/>
          </a:xfrm>
          <a:prstGeom prst="rect">
            <a:avLst/>
          </a:prstGeom>
          <a:noFill/>
          <a:ln/>
        </p:spPr>
        <p:txBody>
          <a:bodyPr wrap="square" rtlCol="0" anchor="ctr"/>
          <a:lstStyle/>
          <a:p>
            <a:pPr marL="0" indent="0">
              <a:buNone/>
            </a:pPr>
            <a:r>
              <a:rPr lang="en-US" sz="1300" dirty="0">
                <a:solidFill>
                  <a:srgbClr val="5A6472"/>
                </a:solidFill>
                <a:latin typeface="Calibri" pitchFamily="34" charset="0"/>
                <a:ea typeface="Calibri" pitchFamily="34" charset="-122"/>
                <a:cs typeface="Calibri" pitchFamily="34" charset="-120"/>
              </a:rPr>
              <a:t>How an image moves from upload to a verdict on model robustness</a:t>
            </a:r>
            <a:endParaRPr lang="en-US" sz="1300" dirty="0"/>
          </a:p>
        </p:txBody>
      </p:sp>
      <p:sp>
        <p:nvSpPr>
          <p:cNvPr id="4" name="Shape 2"/>
          <p:cNvSpPr/>
          <p:nvPr/>
        </p:nvSpPr>
        <p:spPr>
          <a:xfrm>
            <a:off x="539496" y="1965960"/>
            <a:ext cx="2331720" cy="2103120"/>
          </a:xfrm>
          <a:prstGeom prst="roundRect">
            <a:avLst>
              <a:gd name="adj" fmla="val 4348"/>
            </a:avLst>
          </a:prstGeom>
          <a:solidFill>
            <a:srgbClr val="F4F6FB"/>
          </a:solidFill>
          <a:ln w="12700">
            <a:solidFill>
              <a:srgbClr val="D8DEF0"/>
            </a:solidFill>
            <a:prstDash val="solid"/>
          </a:ln>
        </p:spPr>
        <p:txBody>
          <a:bodyPr/>
          <a:lstStyle/>
          <a:p>
            <a:endParaRPr lang="en-IN"/>
          </a:p>
        </p:txBody>
      </p:sp>
      <p:sp>
        <p:nvSpPr>
          <p:cNvPr id="5" name="Shape 3"/>
          <p:cNvSpPr/>
          <p:nvPr/>
        </p:nvSpPr>
        <p:spPr>
          <a:xfrm>
            <a:off x="1339596" y="2240280"/>
            <a:ext cx="731520" cy="731520"/>
          </a:xfrm>
          <a:prstGeom prst="ellipse">
            <a:avLst/>
          </a:prstGeom>
          <a:solidFill>
            <a:srgbClr val="1E2761"/>
          </a:solidFill>
          <a:ln/>
        </p:spPr>
        <p:txBody>
          <a:bodyPr/>
          <a:lstStyle/>
          <a:p>
            <a:endParaRPr lang="en-IN"/>
          </a:p>
        </p:txBody>
      </p:sp>
      <p:sp>
        <p:nvSpPr>
          <p:cNvPr id="6" name="Text 4"/>
          <p:cNvSpPr/>
          <p:nvPr/>
        </p:nvSpPr>
        <p:spPr>
          <a:xfrm>
            <a:off x="1339596" y="2240280"/>
            <a:ext cx="731520" cy="731520"/>
          </a:xfrm>
          <a:prstGeom prst="rect">
            <a:avLst/>
          </a:prstGeom>
          <a:noFill/>
          <a:ln/>
        </p:spPr>
        <p:txBody>
          <a:bodyPr wrap="square" rtlCol="0" anchor="ctr"/>
          <a:lstStyle/>
          <a:p>
            <a:pPr marL="0" indent="0" algn="ctr">
              <a:buNone/>
            </a:pPr>
            <a:r>
              <a:rPr lang="en-US" sz="1760" b="1" dirty="0">
                <a:solidFill>
                  <a:srgbClr val="FFFFFF"/>
                </a:solidFill>
                <a:latin typeface="Calibri" pitchFamily="34" charset="0"/>
                <a:ea typeface="Calibri" pitchFamily="34" charset="-122"/>
                <a:cs typeface="Calibri" pitchFamily="34" charset="-120"/>
              </a:rPr>
              <a:t>👤</a:t>
            </a:r>
            <a:endParaRPr lang="en-US" sz="1760" dirty="0"/>
          </a:p>
        </p:txBody>
      </p:sp>
      <p:sp>
        <p:nvSpPr>
          <p:cNvPr id="7" name="Text 5"/>
          <p:cNvSpPr/>
          <p:nvPr/>
        </p:nvSpPr>
        <p:spPr>
          <a:xfrm>
            <a:off x="539496" y="3108960"/>
            <a:ext cx="2331720" cy="365760"/>
          </a:xfrm>
          <a:prstGeom prst="rect">
            <a:avLst/>
          </a:prstGeom>
          <a:noFill/>
          <a:ln/>
        </p:spPr>
        <p:txBody>
          <a:bodyPr wrap="square" rtlCol="0" anchor="ctr"/>
          <a:lstStyle/>
          <a:p>
            <a:pPr marL="0" indent="0" algn="ctr">
              <a:buNone/>
            </a:pPr>
            <a:r>
              <a:rPr lang="en-US" sz="1700" b="1" dirty="0">
                <a:solidFill>
                  <a:srgbClr val="1E2761"/>
                </a:solidFill>
                <a:latin typeface="Cambria" pitchFamily="34" charset="0"/>
                <a:ea typeface="Cambria" pitchFamily="34" charset="-122"/>
                <a:cs typeface="Cambria" pitchFamily="34" charset="-120"/>
              </a:rPr>
              <a:t>User</a:t>
            </a:r>
            <a:endParaRPr lang="en-US" sz="1700" dirty="0"/>
          </a:p>
        </p:txBody>
      </p:sp>
      <p:sp>
        <p:nvSpPr>
          <p:cNvPr id="8" name="Text 6"/>
          <p:cNvSpPr/>
          <p:nvPr/>
        </p:nvSpPr>
        <p:spPr>
          <a:xfrm>
            <a:off x="676656" y="3474720"/>
            <a:ext cx="2057400" cy="548640"/>
          </a:xfrm>
          <a:prstGeom prst="rect">
            <a:avLst/>
          </a:prstGeom>
          <a:noFill/>
          <a:ln/>
        </p:spPr>
        <p:txBody>
          <a:bodyPr wrap="square" rtlCol="0" anchor="ctr"/>
          <a:lstStyle/>
          <a:p>
            <a:pPr marL="0" indent="0" algn="ctr">
              <a:lnSpc>
                <a:spcPct val="110000"/>
              </a:lnSpc>
              <a:buNone/>
            </a:pPr>
            <a:r>
              <a:rPr lang="en-US" sz="1050" dirty="0">
                <a:solidFill>
                  <a:srgbClr val="5A6472"/>
                </a:solidFill>
                <a:latin typeface="Calibri" pitchFamily="34" charset="0"/>
                <a:ea typeface="Calibri" pitchFamily="34" charset="-122"/>
                <a:cs typeface="Calibri" pitchFamily="34" charset="-120"/>
              </a:rPr>
              <a:t>Uploads a PNG/JPEG</a:t>
            </a:r>
            <a:endParaRPr lang="en-US" sz="1050" dirty="0"/>
          </a:p>
          <a:p>
            <a:pPr marL="0" indent="0" algn="ctr">
              <a:lnSpc>
                <a:spcPct val="110000"/>
              </a:lnSpc>
              <a:buNone/>
            </a:pPr>
            <a:r>
              <a:rPr lang="en-US" sz="1050" dirty="0">
                <a:solidFill>
                  <a:srgbClr val="5A6472"/>
                </a:solidFill>
                <a:latin typeface="Calibri" pitchFamily="34" charset="0"/>
                <a:ea typeface="Calibri" pitchFamily="34" charset="-122"/>
                <a:cs typeface="Calibri" pitchFamily="34" charset="-120"/>
              </a:rPr>
              <a:t>(validated &amp; resized)</a:t>
            </a:r>
            <a:endParaRPr lang="en-US" sz="1050" dirty="0"/>
          </a:p>
        </p:txBody>
      </p:sp>
      <p:sp>
        <p:nvSpPr>
          <p:cNvPr id="9" name="Text 7"/>
          <p:cNvSpPr/>
          <p:nvPr/>
        </p:nvSpPr>
        <p:spPr>
          <a:xfrm>
            <a:off x="2871216" y="2651760"/>
            <a:ext cx="594360" cy="731520"/>
          </a:xfrm>
          <a:prstGeom prst="rect">
            <a:avLst/>
          </a:prstGeom>
          <a:noFill/>
          <a:ln/>
        </p:spPr>
        <p:txBody>
          <a:bodyPr wrap="square" rtlCol="0" anchor="ctr"/>
          <a:lstStyle/>
          <a:p>
            <a:pPr marL="0" indent="0" algn="ctr">
              <a:buNone/>
            </a:pPr>
            <a:r>
              <a:rPr lang="en-US" sz="2600" b="1" dirty="0">
                <a:solidFill>
                  <a:srgbClr val="AEB8DA"/>
                </a:solidFill>
                <a:latin typeface="Calibri" pitchFamily="34" charset="0"/>
                <a:ea typeface="Calibri" pitchFamily="34" charset="-122"/>
                <a:cs typeface="Calibri" pitchFamily="34" charset="-120"/>
              </a:rPr>
              <a:t>→</a:t>
            </a:r>
            <a:endParaRPr lang="en-US" sz="2600" dirty="0"/>
          </a:p>
        </p:txBody>
      </p:sp>
      <p:sp>
        <p:nvSpPr>
          <p:cNvPr id="10" name="Shape 8"/>
          <p:cNvSpPr/>
          <p:nvPr/>
        </p:nvSpPr>
        <p:spPr>
          <a:xfrm>
            <a:off x="3465576" y="1965960"/>
            <a:ext cx="2331720" cy="2103120"/>
          </a:xfrm>
          <a:prstGeom prst="roundRect">
            <a:avLst>
              <a:gd name="adj" fmla="val 4348"/>
            </a:avLst>
          </a:prstGeom>
          <a:solidFill>
            <a:srgbClr val="F4F6FB"/>
          </a:solidFill>
          <a:ln w="12700">
            <a:solidFill>
              <a:srgbClr val="D8DEF0"/>
            </a:solidFill>
            <a:prstDash val="solid"/>
          </a:ln>
        </p:spPr>
        <p:txBody>
          <a:bodyPr/>
          <a:lstStyle/>
          <a:p>
            <a:endParaRPr lang="en-IN"/>
          </a:p>
        </p:txBody>
      </p:sp>
      <p:sp>
        <p:nvSpPr>
          <p:cNvPr id="11" name="Shape 9"/>
          <p:cNvSpPr/>
          <p:nvPr/>
        </p:nvSpPr>
        <p:spPr>
          <a:xfrm>
            <a:off x="4265676" y="2240280"/>
            <a:ext cx="731520" cy="731520"/>
          </a:xfrm>
          <a:prstGeom prst="ellipse">
            <a:avLst/>
          </a:prstGeom>
          <a:solidFill>
            <a:srgbClr val="E4572E"/>
          </a:solidFill>
          <a:ln/>
        </p:spPr>
        <p:txBody>
          <a:bodyPr/>
          <a:lstStyle/>
          <a:p>
            <a:endParaRPr lang="en-IN"/>
          </a:p>
        </p:txBody>
      </p:sp>
      <p:sp>
        <p:nvSpPr>
          <p:cNvPr id="12" name="Text 10"/>
          <p:cNvSpPr/>
          <p:nvPr/>
        </p:nvSpPr>
        <p:spPr>
          <a:xfrm>
            <a:off x="4265676" y="2240280"/>
            <a:ext cx="731520" cy="731520"/>
          </a:xfrm>
          <a:prstGeom prst="rect">
            <a:avLst/>
          </a:prstGeom>
          <a:noFill/>
          <a:ln/>
        </p:spPr>
        <p:txBody>
          <a:bodyPr wrap="square" rtlCol="0" anchor="ctr"/>
          <a:lstStyle/>
          <a:p>
            <a:pPr marL="0" indent="0" algn="ctr">
              <a:buNone/>
            </a:pPr>
            <a:r>
              <a:rPr lang="en-US" sz="1760" b="1" dirty="0">
                <a:solidFill>
                  <a:srgbClr val="FFFFFF"/>
                </a:solidFill>
                <a:latin typeface="Calibri" pitchFamily="34" charset="0"/>
                <a:ea typeface="Calibri" pitchFamily="34" charset="-122"/>
                <a:cs typeface="Calibri" pitchFamily="34" charset="-120"/>
              </a:rPr>
              <a:t>🧨</a:t>
            </a:r>
            <a:endParaRPr lang="en-US" sz="1760" dirty="0"/>
          </a:p>
        </p:txBody>
      </p:sp>
      <p:sp>
        <p:nvSpPr>
          <p:cNvPr id="13" name="Text 11"/>
          <p:cNvSpPr/>
          <p:nvPr/>
        </p:nvSpPr>
        <p:spPr>
          <a:xfrm>
            <a:off x="3465576" y="3108960"/>
            <a:ext cx="2331720" cy="365760"/>
          </a:xfrm>
          <a:prstGeom prst="rect">
            <a:avLst/>
          </a:prstGeom>
          <a:noFill/>
          <a:ln/>
        </p:spPr>
        <p:txBody>
          <a:bodyPr wrap="square" rtlCol="0" anchor="ctr"/>
          <a:lstStyle/>
          <a:p>
            <a:pPr marL="0" indent="0" algn="ctr">
              <a:buNone/>
            </a:pPr>
            <a:r>
              <a:rPr lang="en-US" sz="1700" b="1" dirty="0">
                <a:solidFill>
                  <a:srgbClr val="1E2761"/>
                </a:solidFill>
                <a:latin typeface="Cambria" pitchFamily="34" charset="0"/>
                <a:ea typeface="Cambria" pitchFamily="34" charset="-122"/>
                <a:cs typeface="Cambria" pitchFamily="34" charset="-120"/>
              </a:rPr>
              <a:t>Attack</a:t>
            </a:r>
            <a:endParaRPr lang="en-US" sz="1700" dirty="0"/>
          </a:p>
        </p:txBody>
      </p:sp>
      <p:sp>
        <p:nvSpPr>
          <p:cNvPr id="14" name="Text 12"/>
          <p:cNvSpPr/>
          <p:nvPr/>
        </p:nvSpPr>
        <p:spPr>
          <a:xfrm>
            <a:off x="3602736" y="3474720"/>
            <a:ext cx="2057400" cy="548640"/>
          </a:xfrm>
          <a:prstGeom prst="rect">
            <a:avLst/>
          </a:prstGeom>
          <a:noFill/>
          <a:ln/>
        </p:spPr>
        <p:txBody>
          <a:bodyPr wrap="square" rtlCol="0" anchor="ctr"/>
          <a:lstStyle/>
          <a:p>
            <a:pPr marL="0" indent="0" algn="ctr">
              <a:lnSpc>
                <a:spcPct val="110000"/>
              </a:lnSpc>
              <a:buNone/>
            </a:pPr>
            <a:r>
              <a:rPr lang="en-US" sz="1050" dirty="0">
                <a:solidFill>
                  <a:srgbClr val="5A6472"/>
                </a:solidFill>
                <a:latin typeface="Calibri" pitchFamily="34" charset="0"/>
                <a:ea typeface="Calibri" pitchFamily="34" charset="-122"/>
                <a:cs typeface="Calibri" pitchFamily="34" charset="-120"/>
              </a:rPr>
              <a:t>Noise or steganography</a:t>
            </a:r>
            <a:endParaRPr lang="en-US" sz="1050" dirty="0"/>
          </a:p>
          <a:p>
            <a:pPr marL="0" indent="0" algn="ctr">
              <a:lnSpc>
                <a:spcPct val="110000"/>
              </a:lnSpc>
              <a:buNone/>
            </a:pPr>
            <a:r>
              <a:rPr lang="en-US" sz="1050" dirty="0">
                <a:solidFill>
                  <a:srgbClr val="5A6472"/>
                </a:solidFill>
                <a:latin typeface="Calibri" pitchFamily="34" charset="0"/>
                <a:ea typeface="Calibri" pitchFamily="34" charset="-122"/>
                <a:cs typeface="Calibri" pitchFamily="34" charset="-120"/>
              </a:rPr>
              <a:t>injected on demand</a:t>
            </a:r>
            <a:endParaRPr lang="en-US" sz="1050" dirty="0"/>
          </a:p>
        </p:txBody>
      </p:sp>
      <p:sp>
        <p:nvSpPr>
          <p:cNvPr id="15" name="Text 13"/>
          <p:cNvSpPr/>
          <p:nvPr/>
        </p:nvSpPr>
        <p:spPr>
          <a:xfrm>
            <a:off x="5797296" y="2651760"/>
            <a:ext cx="594360" cy="731520"/>
          </a:xfrm>
          <a:prstGeom prst="rect">
            <a:avLst/>
          </a:prstGeom>
          <a:noFill/>
          <a:ln/>
        </p:spPr>
        <p:txBody>
          <a:bodyPr wrap="square" rtlCol="0" anchor="ctr"/>
          <a:lstStyle/>
          <a:p>
            <a:pPr marL="0" indent="0" algn="ctr">
              <a:buNone/>
            </a:pPr>
            <a:r>
              <a:rPr lang="en-US" sz="2600" b="1" dirty="0">
                <a:solidFill>
                  <a:srgbClr val="AEB8DA"/>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6391656" y="1965960"/>
            <a:ext cx="2331720" cy="2103120"/>
          </a:xfrm>
          <a:prstGeom prst="roundRect">
            <a:avLst>
              <a:gd name="adj" fmla="val 4348"/>
            </a:avLst>
          </a:prstGeom>
          <a:solidFill>
            <a:srgbClr val="F4F6FB"/>
          </a:solidFill>
          <a:ln w="12700">
            <a:solidFill>
              <a:srgbClr val="D8DEF0"/>
            </a:solidFill>
            <a:prstDash val="solid"/>
          </a:ln>
        </p:spPr>
        <p:txBody>
          <a:bodyPr/>
          <a:lstStyle/>
          <a:p>
            <a:endParaRPr lang="en-IN"/>
          </a:p>
        </p:txBody>
      </p:sp>
      <p:sp>
        <p:nvSpPr>
          <p:cNvPr id="17" name="Shape 15"/>
          <p:cNvSpPr/>
          <p:nvPr/>
        </p:nvSpPr>
        <p:spPr>
          <a:xfrm>
            <a:off x="7191756" y="2240280"/>
            <a:ext cx="731520" cy="731520"/>
          </a:xfrm>
          <a:prstGeom prst="ellipse">
            <a:avLst/>
          </a:prstGeom>
          <a:solidFill>
            <a:srgbClr val="2FBF71"/>
          </a:solidFill>
          <a:ln/>
        </p:spPr>
        <p:txBody>
          <a:bodyPr/>
          <a:lstStyle/>
          <a:p>
            <a:endParaRPr lang="en-IN"/>
          </a:p>
        </p:txBody>
      </p:sp>
      <p:sp>
        <p:nvSpPr>
          <p:cNvPr id="18" name="Text 16"/>
          <p:cNvSpPr/>
          <p:nvPr/>
        </p:nvSpPr>
        <p:spPr>
          <a:xfrm>
            <a:off x="7191756" y="2240280"/>
            <a:ext cx="731520" cy="731520"/>
          </a:xfrm>
          <a:prstGeom prst="rect">
            <a:avLst/>
          </a:prstGeom>
          <a:noFill/>
          <a:ln/>
        </p:spPr>
        <p:txBody>
          <a:bodyPr wrap="square" rtlCol="0" anchor="ctr"/>
          <a:lstStyle/>
          <a:p>
            <a:pPr marL="0" indent="0" algn="ctr">
              <a:buNone/>
            </a:pPr>
            <a:r>
              <a:rPr lang="en-US" sz="1760" b="1" dirty="0">
                <a:solidFill>
                  <a:srgbClr val="FFFFFF"/>
                </a:solidFill>
                <a:latin typeface="Calibri" pitchFamily="34" charset="0"/>
                <a:ea typeface="Calibri" pitchFamily="34" charset="-122"/>
                <a:cs typeface="Calibri" pitchFamily="34" charset="-120"/>
              </a:rPr>
              <a:t>🛡️</a:t>
            </a:r>
            <a:endParaRPr lang="en-US" sz="1760" dirty="0"/>
          </a:p>
        </p:txBody>
      </p:sp>
      <p:sp>
        <p:nvSpPr>
          <p:cNvPr id="19" name="Text 17"/>
          <p:cNvSpPr/>
          <p:nvPr/>
        </p:nvSpPr>
        <p:spPr>
          <a:xfrm>
            <a:off x="6391656" y="3108960"/>
            <a:ext cx="2331720" cy="365760"/>
          </a:xfrm>
          <a:prstGeom prst="rect">
            <a:avLst/>
          </a:prstGeom>
          <a:noFill/>
          <a:ln/>
        </p:spPr>
        <p:txBody>
          <a:bodyPr wrap="square" rtlCol="0" anchor="ctr"/>
          <a:lstStyle/>
          <a:p>
            <a:pPr marL="0" indent="0" algn="ctr">
              <a:buNone/>
            </a:pPr>
            <a:r>
              <a:rPr lang="en-US" sz="1700" b="1" dirty="0">
                <a:solidFill>
                  <a:srgbClr val="1E2761"/>
                </a:solidFill>
                <a:latin typeface="Cambria" pitchFamily="34" charset="0"/>
                <a:ea typeface="Cambria" pitchFamily="34" charset="-122"/>
                <a:cs typeface="Cambria" pitchFamily="34" charset="-120"/>
              </a:rPr>
              <a:t>Defense</a:t>
            </a:r>
            <a:endParaRPr lang="en-US" sz="1700" dirty="0"/>
          </a:p>
        </p:txBody>
      </p:sp>
      <p:sp>
        <p:nvSpPr>
          <p:cNvPr id="20" name="Text 18"/>
          <p:cNvSpPr/>
          <p:nvPr/>
        </p:nvSpPr>
        <p:spPr>
          <a:xfrm>
            <a:off x="6528816" y="3474720"/>
            <a:ext cx="2057400" cy="548640"/>
          </a:xfrm>
          <a:prstGeom prst="rect">
            <a:avLst/>
          </a:prstGeom>
          <a:noFill/>
          <a:ln/>
        </p:spPr>
        <p:txBody>
          <a:bodyPr wrap="square" rtlCol="0" anchor="ctr"/>
          <a:lstStyle/>
          <a:p>
            <a:pPr marL="0" indent="0" algn="ctr">
              <a:lnSpc>
                <a:spcPct val="110000"/>
              </a:lnSpc>
              <a:buNone/>
            </a:pPr>
            <a:r>
              <a:rPr lang="en-US" sz="1050" dirty="0">
                <a:solidFill>
                  <a:srgbClr val="5A6472"/>
                </a:solidFill>
                <a:latin typeface="Calibri" pitchFamily="34" charset="0"/>
                <a:ea typeface="Calibri" pitchFamily="34" charset="-122"/>
                <a:cs typeface="Calibri" pitchFamily="34" charset="-120"/>
              </a:rPr>
              <a:t>Optional EXIF strip +</a:t>
            </a:r>
            <a:endParaRPr lang="en-US" sz="1050" dirty="0"/>
          </a:p>
          <a:p>
            <a:pPr marL="0" indent="0" algn="ctr">
              <a:lnSpc>
                <a:spcPct val="110000"/>
              </a:lnSpc>
              <a:buNone/>
            </a:pPr>
            <a:r>
              <a:rPr lang="en-US" sz="1050" dirty="0">
                <a:solidFill>
                  <a:srgbClr val="5A6472"/>
                </a:solidFill>
                <a:latin typeface="Calibri" pitchFamily="34" charset="0"/>
                <a:ea typeface="Calibri" pitchFamily="34" charset="-122"/>
                <a:cs typeface="Calibri" pitchFamily="34" charset="-120"/>
              </a:rPr>
              <a:t>Gaussian blur filter</a:t>
            </a:r>
            <a:endParaRPr lang="en-US" sz="1050" dirty="0"/>
          </a:p>
        </p:txBody>
      </p:sp>
      <p:sp>
        <p:nvSpPr>
          <p:cNvPr id="21" name="Text 19"/>
          <p:cNvSpPr/>
          <p:nvPr/>
        </p:nvSpPr>
        <p:spPr>
          <a:xfrm>
            <a:off x="8723376" y="2651760"/>
            <a:ext cx="594360" cy="731520"/>
          </a:xfrm>
          <a:prstGeom prst="rect">
            <a:avLst/>
          </a:prstGeom>
          <a:noFill/>
          <a:ln/>
        </p:spPr>
        <p:txBody>
          <a:bodyPr wrap="square" rtlCol="0" anchor="ctr"/>
          <a:lstStyle/>
          <a:p>
            <a:pPr marL="0" indent="0" algn="ctr">
              <a:buNone/>
            </a:pPr>
            <a:r>
              <a:rPr lang="en-US" sz="2600" b="1" dirty="0">
                <a:solidFill>
                  <a:srgbClr val="AEB8DA"/>
                </a:solidFill>
                <a:latin typeface="Calibri" pitchFamily="34" charset="0"/>
                <a:ea typeface="Calibri" pitchFamily="34" charset="-122"/>
                <a:cs typeface="Calibri" pitchFamily="34" charset="-120"/>
              </a:rPr>
              <a:t>→</a:t>
            </a:r>
            <a:endParaRPr lang="en-US" sz="2600" dirty="0"/>
          </a:p>
        </p:txBody>
      </p:sp>
      <p:sp>
        <p:nvSpPr>
          <p:cNvPr id="22" name="Shape 20"/>
          <p:cNvSpPr/>
          <p:nvPr/>
        </p:nvSpPr>
        <p:spPr>
          <a:xfrm>
            <a:off x="9317736" y="1965960"/>
            <a:ext cx="2331720" cy="2103120"/>
          </a:xfrm>
          <a:prstGeom prst="roundRect">
            <a:avLst>
              <a:gd name="adj" fmla="val 4348"/>
            </a:avLst>
          </a:prstGeom>
          <a:solidFill>
            <a:srgbClr val="F4F6FB"/>
          </a:solidFill>
          <a:ln w="12700">
            <a:solidFill>
              <a:srgbClr val="D8DEF0"/>
            </a:solidFill>
            <a:prstDash val="solid"/>
          </a:ln>
        </p:spPr>
        <p:txBody>
          <a:bodyPr/>
          <a:lstStyle/>
          <a:p>
            <a:endParaRPr lang="en-IN"/>
          </a:p>
        </p:txBody>
      </p:sp>
      <p:sp>
        <p:nvSpPr>
          <p:cNvPr id="23" name="Shape 21"/>
          <p:cNvSpPr/>
          <p:nvPr/>
        </p:nvSpPr>
        <p:spPr>
          <a:xfrm>
            <a:off x="10117836" y="2240280"/>
            <a:ext cx="731520" cy="731520"/>
          </a:xfrm>
          <a:prstGeom prst="ellipse">
            <a:avLst/>
          </a:prstGeom>
          <a:solidFill>
            <a:srgbClr val="1E2761"/>
          </a:solidFill>
          <a:ln/>
        </p:spPr>
        <p:txBody>
          <a:bodyPr/>
          <a:lstStyle/>
          <a:p>
            <a:endParaRPr lang="en-IN"/>
          </a:p>
        </p:txBody>
      </p:sp>
      <p:sp>
        <p:nvSpPr>
          <p:cNvPr id="24" name="Text 22"/>
          <p:cNvSpPr/>
          <p:nvPr/>
        </p:nvSpPr>
        <p:spPr>
          <a:xfrm>
            <a:off x="10117836" y="2240280"/>
            <a:ext cx="731520" cy="731520"/>
          </a:xfrm>
          <a:prstGeom prst="rect">
            <a:avLst/>
          </a:prstGeom>
          <a:noFill/>
          <a:ln/>
        </p:spPr>
        <p:txBody>
          <a:bodyPr wrap="square" rtlCol="0" anchor="ctr"/>
          <a:lstStyle/>
          <a:p>
            <a:pPr marL="0" indent="0" algn="ctr">
              <a:buNone/>
            </a:pPr>
            <a:r>
              <a:rPr lang="en-US" sz="1760" b="1" dirty="0">
                <a:solidFill>
                  <a:srgbClr val="FFFFFF"/>
                </a:solidFill>
                <a:latin typeface="Calibri" pitchFamily="34" charset="0"/>
                <a:ea typeface="Calibri" pitchFamily="34" charset="-122"/>
                <a:cs typeface="Calibri" pitchFamily="34" charset="-120"/>
              </a:rPr>
              <a:t>🤖</a:t>
            </a:r>
            <a:endParaRPr lang="en-US" sz="1760" dirty="0"/>
          </a:p>
        </p:txBody>
      </p:sp>
      <p:sp>
        <p:nvSpPr>
          <p:cNvPr id="25" name="Text 23"/>
          <p:cNvSpPr/>
          <p:nvPr/>
        </p:nvSpPr>
        <p:spPr>
          <a:xfrm>
            <a:off x="9317736" y="3108960"/>
            <a:ext cx="2331720" cy="365760"/>
          </a:xfrm>
          <a:prstGeom prst="rect">
            <a:avLst/>
          </a:prstGeom>
          <a:noFill/>
          <a:ln/>
        </p:spPr>
        <p:txBody>
          <a:bodyPr wrap="square" rtlCol="0" anchor="ctr"/>
          <a:lstStyle/>
          <a:p>
            <a:pPr marL="0" indent="0" algn="ctr">
              <a:buNone/>
            </a:pPr>
            <a:r>
              <a:rPr lang="en-US" sz="1700" b="1" dirty="0">
                <a:solidFill>
                  <a:srgbClr val="1E2761"/>
                </a:solidFill>
                <a:latin typeface="Cambria" pitchFamily="34" charset="0"/>
                <a:ea typeface="Cambria" pitchFamily="34" charset="-122"/>
                <a:cs typeface="Cambria" pitchFamily="34" charset="-120"/>
              </a:rPr>
              <a:t>AI Model</a:t>
            </a:r>
            <a:endParaRPr lang="en-US" sz="1700" dirty="0"/>
          </a:p>
        </p:txBody>
      </p:sp>
      <p:sp>
        <p:nvSpPr>
          <p:cNvPr id="26" name="Text 24"/>
          <p:cNvSpPr/>
          <p:nvPr/>
        </p:nvSpPr>
        <p:spPr>
          <a:xfrm>
            <a:off x="9454896" y="3474720"/>
            <a:ext cx="2057400" cy="548640"/>
          </a:xfrm>
          <a:prstGeom prst="rect">
            <a:avLst/>
          </a:prstGeom>
          <a:noFill/>
          <a:ln/>
        </p:spPr>
        <p:txBody>
          <a:bodyPr wrap="square" rtlCol="0" anchor="ctr"/>
          <a:lstStyle/>
          <a:p>
            <a:pPr marL="0" indent="0" algn="ctr">
              <a:lnSpc>
                <a:spcPct val="110000"/>
              </a:lnSpc>
              <a:buNone/>
            </a:pPr>
            <a:r>
              <a:rPr lang="en-US" sz="1050" dirty="0">
                <a:solidFill>
                  <a:srgbClr val="5A6472"/>
                </a:solidFill>
                <a:latin typeface="Calibri" pitchFamily="34" charset="0"/>
                <a:ea typeface="Calibri" pitchFamily="34" charset="-122"/>
                <a:cs typeface="Calibri" pitchFamily="34" charset="-120"/>
              </a:rPr>
              <a:t>ViT or LLaVA classifies</a:t>
            </a:r>
            <a:endParaRPr lang="en-US" sz="1050" dirty="0"/>
          </a:p>
          <a:p>
            <a:pPr marL="0" indent="0" algn="ctr">
              <a:lnSpc>
                <a:spcPct val="110000"/>
              </a:lnSpc>
              <a:buNone/>
            </a:pPr>
            <a:r>
              <a:rPr lang="en-US" sz="1050" dirty="0">
                <a:solidFill>
                  <a:srgbClr val="5A6472"/>
                </a:solidFill>
                <a:latin typeface="Calibri" pitchFamily="34" charset="0"/>
                <a:ea typeface="Calibri" pitchFamily="34" charset="-122"/>
                <a:cs typeface="Calibri" pitchFamily="34" charset="-120"/>
              </a:rPr>
              <a:t>every stage</a:t>
            </a:r>
            <a:endParaRPr lang="en-US" sz="1050" dirty="0"/>
          </a:p>
        </p:txBody>
      </p:sp>
      <p:sp>
        <p:nvSpPr>
          <p:cNvPr id="27" name="Shape 25"/>
          <p:cNvSpPr/>
          <p:nvPr/>
        </p:nvSpPr>
        <p:spPr>
          <a:xfrm>
            <a:off x="640080" y="4617720"/>
            <a:ext cx="10908792" cy="1508760"/>
          </a:xfrm>
          <a:prstGeom prst="roundRect">
            <a:avLst>
              <a:gd name="adj" fmla="val 6061"/>
            </a:avLst>
          </a:prstGeom>
          <a:solidFill>
            <a:srgbClr val="1E2761"/>
          </a:solidFill>
          <a:ln/>
        </p:spPr>
        <p:txBody>
          <a:bodyPr/>
          <a:lstStyle/>
          <a:p>
            <a:endParaRPr lang="en-IN"/>
          </a:p>
        </p:txBody>
      </p:sp>
      <p:sp>
        <p:nvSpPr>
          <p:cNvPr id="28" name="Text 26"/>
          <p:cNvSpPr/>
          <p:nvPr/>
        </p:nvSpPr>
        <p:spPr>
          <a:xfrm>
            <a:off x="1005840" y="4800600"/>
            <a:ext cx="10058400" cy="36576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Every stage is compared side-by-side</a:t>
            </a:r>
            <a:endParaRPr lang="en-US" sz="1400" dirty="0"/>
          </a:p>
        </p:txBody>
      </p:sp>
      <p:sp>
        <p:nvSpPr>
          <p:cNvPr id="29" name="Text 27"/>
          <p:cNvSpPr/>
          <p:nvPr/>
        </p:nvSpPr>
        <p:spPr>
          <a:xfrm>
            <a:off x="1005840" y="5166360"/>
            <a:ext cx="10149840" cy="822960"/>
          </a:xfrm>
          <a:prstGeom prst="rect">
            <a:avLst/>
          </a:prstGeom>
          <a:noFill/>
          <a:ln/>
        </p:spPr>
        <p:txBody>
          <a:bodyPr wrap="square" rtlCol="0" anchor="ctr"/>
          <a:lstStyle/>
          <a:p>
            <a:pPr marL="0" indent="0">
              <a:lnSpc>
                <a:spcPct val="125000"/>
              </a:lnSpc>
              <a:buNone/>
            </a:pPr>
            <a:r>
              <a:rPr lang="en-US" sz="1200" dirty="0">
                <a:solidFill>
                  <a:srgbClr val="CADCFC"/>
                </a:solidFill>
                <a:latin typeface="Calibri" pitchFamily="34" charset="0"/>
                <a:ea typeface="Calibri" pitchFamily="34" charset="-122"/>
                <a:cs typeface="Calibri" pitchFamily="34" charset="-120"/>
              </a:rPr>
              <a:t>Baseline → Attacked → Defended predictions and confidence scores are logged for each run, so an attack's success and a defense's recovery are both measurable, not anecdotal.</a:t>
            </a:r>
            <a:endParaRPr lang="en-US" sz="1200" dirty="0"/>
          </a:p>
        </p:txBody>
      </p:sp>
      <p:sp>
        <p:nvSpPr>
          <p:cNvPr id="30" name="Text 28"/>
          <p:cNvSpPr/>
          <p:nvPr/>
        </p:nvSpPr>
        <p:spPr>
          <a:xfrm>
            <a:off x="640080" y="6492240"/>
            <a:ext cx="3657600" cy="274320"/>
          </a:xfrm>
          <a:prstGeom prst="rect">
            <a:avLst/>
          </a:prstGeom>
          <a:noFill/>
          <a:ln/>
        </p:spPr>
        <p:txBody>
          <a:bodyPr wrap="square" rtlCol="0" anchor="ctr"/>
          <a:lstStyle/>
          <a:p>
            <a:pPr marL="0" indent="0">
              <a:buNone/>
            </a:pPr>
            <a:r>
              <a:rPr lang="en-US" sz="1000" dirty="0">
                <a:solidFill>
                  <a:srgbClr val="9AA3C2"/>
                </a:solidFill>
                <a:latin typeface="Calibri" pitchFamily="34" charset="0"/>
                <a:ea typeface="Calibri" pitchFamily="34" charset="-122"/>
                <a:cs typeface="Calibri" pitchFamily="34" charset="-120"/>
              </a:rPr>
              <a:t>02 / System Architecture</a:t>
            </a:r>
            <a:endParaRPr lang="en-US" sz="1000" dirty="0"/>
          </a:p>
        </p:txBody>
      </p:sp>
      <p:sp>
        <p:nvSpPr>
          <p:cNvPr id="32" name="TextBox 31">
            <a:extLst>
              <a:ext uri="{FF2B5EF4-FFF2-40B4-BE49-F238E27FC236}">
                <a16:creationId xmlns:a16="http://schemas.microsoft.com/office/drawing/2014/main" id="{AEBAB2DA-369E-90C5-A95D-EE3DCD8DEF52}"/>
              </a:ext>
            </a:extLst>
          </p:cNvPr>
          <p:cNvSpPr txBox="1"/>
          <p:nvPr/>
        </p:nvSpPr>
        <p:spPr>
          <a:xfrm>
            <a:off x="10932607" y="6214580"/>
            <a:ext cx="2113503" cy="261610"/>
          </a:xfrm>
          <a:prstGeom prst="rect">
            <a:avLst/>
          </a:prstGeom>
          <a:noFill/>
        </p:spPr>
        <p:txBody>
          <a:bodyPr wrap="square" rtlCol="0">
            <a:spAutoFit/>
          </a:bodyPr>
          <a:lstStyle/>
          <a:p>
            <a:r>
              <a:rPr lang="en-US" sz="1100" b="1" dirty="0">
                <a:solidFill>
                  <a:schemeClr val="accent1">
                    <a:lumMod val="50000"/>
                  </a:schemeClr>
                </a:solidFill>
              </a:rPr>
              <a:t>Hiba Fathima K</a:t>
            </a:r>
            <a:endParaRPr lang="en-IN" sz="1100" b="1" dirty="0">
              <a:solidFill>
                <a:schemeClr val="accent1">
                  <a:lumMod val="5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548640" y="5120640"/>
            <a:ext cx="3291840" cy="822960"/>
          </a:xfrm>
          <a:prstGeom prst="rect">
            <a:avLst/>
          </a:prstGeom>
          <a:noFill/>
          <a:ln/>
        </p:spPr>
        <p:txBody>
          <a:bodyPr wrap="square" rtlCol="0" anchor="ctr"/>
          <a:lstStyle/>
          <a:p>
            <a:pPr marL="0" indent="0">
              <a:lnSpc>
                <a:spcPct val="120000"/>
              </a:lnSpc>
              <a:buNone/>
            </a:pPr>
            <a:endParaRPr lang="en-US" sz="1200" dirty="0"/>
          </a:p>
        </p:txBody>
      </p:sp>
      <p:sp>
        <p:nvSpPr>
          <p:cNvPr id="17" name="Text 15"/>
          <p:cNvSpPr/>
          <p:nvPr/>
        </p:nvSpPr>
        <p:spPr>
          <a:xfrm>
            <a:off x="5394960" y="3685032"/>
            <a:ext cx="6035040" cy="502920"/>
          </a:xfrm>
          <a:prstGeom prst="rect">
            <a:avLst/>
          </a:prstGeom>
          <a:noFill/>
          <a:ln/>
        </p:spPr>
        <p:txBody>
          <a:bodyPr wrap="square" rtlCol="0" anchor="ctr"/>
          <a:lstStyle/>
          <a:p>
            <a:pPr marL="0" indent="0">
              <a:buNone/>
            </a:pPr>
            <a:endParaRPr lang="en-US" sz="1150" dirty="0"/>
          </a:p>
        </p:txBody>
      </p:sp>
      <p:sp>
        <p:nvSpPr>
          <p:cNvPr id="34" name="Rectangle 33">
            <a:extLst>
              <a:ext uri="{FF2B5EF4-FFF2-40B4-BE49-F238E27FC236}">
                <a16:creationId xmlns:a16="http://schemas.microsoft.com/office/drawing/2014/main" id="{C8608EC1-D903-3953-2C07-42783D9AE748}"/>
              </a:ext>
            </a:extLst>
          </p:cNvPr>
          <p:cNvSpPr/>
          <p:nvPr/>
        </p:nvSpPr>
        <p:spPr>
          <a:xfrm>
            <a:off x="0" y="0"/>
            <a:ext cx="12192000" cy="6858000"/>
          </a:xfrm>
          <a:prstGeom prst="rect">
            <a:avLst/>
          </a:prstGeom>
          <a:solidFill>
            <a:srgbClr val="17196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 20"/>
          <p:cNvSpPr/>
          <p:nvPr/>
        </p:nvSpPr>
        <p:spPr>
          <a:xfrm>
            <a:off x="4572000" y="6492240"/>
            <a:ext cx="3657600" cy="274320"/>
          </a:xfrm>
          <a:prstGeom prst="rect">
            <a:avLst/>
          </a:prstGeom>
          <a:noFill/>
          <a:ln/>
        </p:spPr>
        <p:txBody>
          <a:bodyPr wrap="square" rtlCol="0" anchor="ctr"/>
          <a:lstStyle/>
          <a:p>
            <a:pPr marL="0" indent="0">
              <a:buNone/>
            </a:pPr>
            <a:r>
              <a:rPr lang="en-US" sz="1000" dirty="0">
                <a:solidFill>
                  <a:srgbClr val="5A6472"/>
                </a:solidFill>
                <a:latin typeface="Calibri" pitchFamily="34" charset="0"/>
                <a:ea typeface="Calibri" pitchFamily="34" charset="-122"/>
                <a:cs typeface="Calibri" pitchFamily="34" charset="-120"/>
              </a:rPr>
              <a:t>03 / Live Demo</a:t>
            </a:r>
            <a:endParaRPr lang="en-US" sz="1000" dirty="0"/>
          </a:p>
        </p:txBody>
      </p:sp>
      <p:sp>
        <p:nvSpPr>
          <p:cNvPr id="36" name="Shape 0">
            <a:extLst>
              <a:ext uri="{FF2B5EF4-FFF2-40B4-BE49-F238E27FC236}">
                <a16:creationId xmlns:a16="http://schemas.microsoft.com/office/drawing/2014/main" id="{CEBDDC18-A3DB-D400-F90E-F2E6A71A3465}"/>
              </a:ext>
            </a:extLst>
          </p:cNvPr>
          <p:cNvSpPr/>
          <p:nvPr/>
        </p:nvSpPr>
        <p:spPr>
          <a:xfrm>
            <a:off x="9607564" y="-2103121"/>
            <a:ext cx="5662916" cy="7056957"/>
          </a:xfrm>
          <a:prstGeom prst="ellipse">
            <a:avLst/>
          </a:prstGeom>
          <a:solidFill>
            <a:srgbClr val="263380"/>
          </a:solidFill>
          <a:ln/>
        </p:spPr>
        <p:txBody>
          <a:bodyPr/>
          <a:lstStyle/>
          <a:p>
            <a:endParaRPr lang="en-US" noProof="0" dirty="0"/>
          </a:p>
        </p:txBody>
      </p:sp>
      <p:grpSp>
        <p:nvGrpSpPr>
          <p:cNvPr id="39" name="Group 38">
            <a:extLst>
              <a:ext uri="{FF2B5EF4-FFF2-40B4-BE49-F238E27FC236}">
                <a16:creationId xmlns:a16="http://schemas.microsoft.com/office/drawing/2014/main" id="{41E7CC7C-CC71-4E90-B5C0-AD61B72E39D9}"/>
              </a:ext>
            </a:extLst>
          </p:cNvPr>
          <p:cNvGrpSpPr/>
          <p:nvPr/>
        </p:nvGrpSpPr>
        <p:grpSpPr>
          <a:xfrm>
            <a:off x="2929766" y="91440"/>
            <a:ext cx="8922935" cy="6418156"/>
            <a:chOff x="1055077" y="228292"/>
            <a:chExt cx="8922935" cy="6418156"/>
          </a:xfrm>
        </p:grpSpPr>
        <p:pic>
          <p:nvPicPr>
            <p:cNvPr id="24" name="Picture 23">
              <a:extLst>
                <a:ext uri="{FF2B5EF4-FFF2-40B4-BE49-F238E27FC236}">
                  <a16:creationId xmlns:a16="http://schemas.microsoft.com/office/drawing/2014/main" id="{A23329A5-1DC5-4DC5-82C1-33D35DCD6E87}"/>
                </a:ext>
              </a:extLst>
            </p:cNvPr>
            <p:cNvPicPr>
              <a:picLocks noChangeAspect="1"/>
            </p:cNvPicPr>
            <p:nvPr/>
          </p:nvPicPr>
          <p:blipFill>
            <a:blip r:embed="rId3"/>
            <a:stretch>
              <a:fillRect/>
            </a:stretch>
          </p:blipFill>
          <p:spPr>
            <a:xfrm>
              <a:off x="2833636" y="4297162"/>
              <a:ext cx="7144376" cy="2332238"/>
            </a:xfrm>
            <a:prstGeom prst="rect">
              <a:avLst/>
            </a:prstGeom>
          </p:spPr>
        </p:pic>
        <p:pic>
          <p:nvPicPr>
            <p:cNvPr id="33" name="Picture 32">
              <a:extLst>
                <a:ext uri="{FF2B5EF4-FFF2-40B4-BE49-F238E27FC236}">
                  <a16:creationId xmlns:a16="http://schemas.microsoft.com/office/drawing/2014/main" id="{0035D5B9-A0C1-FFDE-2194-105EF44C69B8}"/>
                </a:ext>
              </a:extLst>
            </p:cNvPr>
            <p:cNvPicPr>
              <a:picLocks noChangeAspect="1"/>
            </p:cNvPicPr>
            <p:nvPr/>
          </p:nvPicPr>
          <p:blipFill>
            <a:blip r:embed="rId4"/>
            <a:stretch>
              <a:fillRect/>
            </a:stretch>
          </p:blipFill>
          <p:spPr>
            <a:xfrm>
              <a:off x="1055077" y="228292"/>
              <a:ext cx="8922935" cy="4085918"/>
            </a:xfrm>
            <a:prstGeom prst="rect">
              <a:avLst/>
            </a:prstGeom>
          </p:spPr>
        </p:pic>
        <p:pic>
          <p:nvPicPr>
            <p:cNvPr id="38" name="Picture 37">
              <a:extLst>
                <a:ext uri="{FF2B5EF4-FFF2-40B4-BE49-F238E27FC236}">
                  <a16:creationId xmlns:a16="http://schemas.microsoft.com/office/drawing/2014/main" id="{2656FEA5-70DB-D3AE-ACCC-BDF67066C9AD}"/>
                </a:ext>
              </a:extLst>
            </p:cNvPr>
            <p:cNvPicPr>
              <a:picLocks noChangeAspect="1"/>
            </p:cNvPicPr>
            <p:nvPr/>
          </p:nvPicPr>
          <p:blipFill>
            <a:blip r:embed="rId5"/>
            <a:stretch>
              <a:fillRect/>
            </a:stretch>
          </p:blipFill>
          <p:spPr>
            <a:xfrm>
              <a:off x="1065125" y="4314210"/>
              <a:ext cx="1768511" cy="2332238"/>
            </a:xfrm>
            <a:prstGeom prst="rect">
              <a:avLst/>
            </a:prstGeom>
          </p:spPr>
        </p:pic>
      </p:grpSp>
      <p:sp>
        <p:nvSpPr>
          <p:cNvPr id="40" name="Rectangle 39">
            <a:extLst>
              <a:ext uri="{FF2B5EF4-FFF2-40B4-BE49-F238E27FC236}">
                <a16:creationId xmlns:a16="http://schemas.microsoft.com/office/drawing/2014/main" id="{7E70D26A-1E43-4940-155C-41E647BEFB55}"/>
              </a:ext>
            </a:extLst>
          </p:cNvPr>
          <p:cNvSpPr/>
          <p:nvPr/>
        </p:nvSpPr>
        <p:spPr>
          <a:xfrm>
            <a:off x="0" y="0"/>
            <a:ext cx="2316480"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920B4DE4-8CF9-FD3C-5148-D9294EDE34C9}"/>
              </a:ext>
            </a:extLst>
          </p:cNvPr>
          <p:cNvSpPr txBox="1"/>
          <p:nvPr/>
        </p:nvSpPr>
        <p:spPr>
          <a:xfrm>
            <a:off x="422031" y="320003"/>
            <a:ext cx="1125415" cy="338554"/>
          </a:xfrm>
          <a:prstGeom prst="rect">
            <a:avLst/>
          </a:prstGeom>
          <a:noFill/>
        </p:spPr>
        <p:txBody>
          <a:bodyPr wrap="square" rtlCol="0">
            <a:spAutoFit/>
          </a:bodyPr>
          <a:lstStyle/>
          <a:p>
            <a:r>
              <a:rPr lang="en-US" sz="1600" b="1" dirty="0">
                <a:solidFill>
                  <a:schemeClr val="accent3"/>
                </a:solidFill>
              </a:rPr>
              <a:t>Live demo</a:t>
            </a:r>
            <a:endParaRPr lang="en-IN" sz="1600" b="1" dirty="0">
              <a:solidFill>
                <a:schemeClr val="accent3"/>
              </a:solidFill>
            </a:endParaRPr>
          </a:p>
        </p:txBody>
      </p:sp>
      <p:sp>
        <p:nvSpPr>
          <p:cNvPr id="42" name="TextBox 41">
            <a:extLst>
              <a:ext uri="{FF2B5EF4-FFF2-40B4-BE49-F238E27FC236}">
                <a16:creationId xmlns:a16="http://schemas.microsoft.com/office/drawing/2014/main" id="{15DC9738-84E9-6263-4A81-3D29CC63AACD}"/>
              </a:ext>
            </a:extLst>
          </p:cNvPr>
          <p:cNvSpPr txBox="1"/>
          <p:nvPr/>
        </p:nvSpPr>
        <p:spPr>
          <a:xfrm>
            <a:off x="-153070" y="822959"/>
            <a:ext cx="2398207" cy="923330"/>
          </a:xfrm>
          <a:prstGeom prst="rect">
            <a:avLst/>
          </a:prstGeom>
          <a:noFill/>
        </p:spPr>
        <p:txBody>
          <a:bodyPr wrap="square" rtlCol="0">
            <a:spAutoFit/>
          </a:bodyPr>
          <a:lstStyle/>
          <a:p>
            <a:pPr algn="ctr"/>
            <a:r>
              <a:rPr lang="en-US" b="1" dirty="0">
                <a:solidFill>
                  <a:srgbClr val="002060"/>
                </a:solidFill>
              </a:rPr>
              <a:t>Uploading image</a:t>
            </a:r>
          </a:p>
          <a:p>
            <a:pPr algn="ctr"/>
            <a:r>
              <a:rPr lang="en-US" b="1" dirty="0">
                <a:solidFill>
                  <a:srgbClr val="002060"/>
                </a:solidFill>
              </a:rPr>
              <a:t> and </a:t>
            </a:r>
          </a:p>
          <a:p>
            <a:pPr algn="ctr"/>
            <a:r>
              <a:rPr lang="en-US" b="1" dirty="0">
                <a:solidFill>
                  <a:srgbClr val="002060"/>
                </a:solidFill>
              </a:rPr>
              <a:t>applying attack</a:t>
            </a:r>
            <a:endParaRPr lang="en-IN" b="1" dirty="0">
              <a:solidFill>
                <a:srgbClr val="002060"/>
              </a:solidFill>
            </a:endParaRPr>
          </a:p>
        </p:txBody>
      </p:sp>
      <p:sp>
        <p:nvSpPr>
          <p:cNvPr id="46" name="TextBox 45">
            <a:extLst>
              <a:ext uri="{FF2B5EF4-FFF2-40B4-BE49-F238E27FC236}">
                <a16:creationId xmlns:a16="http://schemas.microsoft.com/office/drawing/2014/main" id="{8CCA64D5-1A50-722A-E8B8-FE5CCDDE8054}"/>
              </a:ext>
            </a:extLst>
          </p:cNvPr>
          <p:cNvSpPr txBox="1"/>
          <p:nvPr/>
        </p:nvSpPr>
        <p:spPr>
          <a:xfrm>
            <a:off x="11108454" y="6509596"/>
            <a:ext cx="1706880" cy="261610"/>
          </a:xfrm>
          <a:prstGeom prst="rect">
            <a:avLst/>
          </a:prstGeom>
          <a:noFill/>
        </p:spPr>
        <p:txBody>
          <a:bodyPr wrap="square" rtlCol="0">
            <a:spAutoFit/>
          </a:bodyPr>
          <a:lstStyle/>
          <a:p>
            <a:r>
              <a:rPr lang="en-US" sz="1100" b="1" dirty="0">
                <a:solidFill>
                  <a:schemeClr val="bg1"/>
                </a:solidFill>
              </a:rPr>
              <a:t>Hiba Fathima K</a:t>
            </a:r>
            <a:endParaRPr lang="en-IN" sz="1100" b="1"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2D2783A-B871-CBF1-43F3-E9C6D69F16BC}"/>
              </a:ext>
            </a:extLst>
          </p:cNvPr>
          <p:cNvSpPr/>
          <p:nvPr/>
        </p:nvSpPr>
        <p:spPr>
          <a:xfrm>
            <a:off x="0" y="0"/>
            <a:ext cx="12192000"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7" name="Group 16">
            <a:extLst>
              <a:ext uri="{FF2B5EF4-FFF2-40B4-BE49-F238E27FC236}">
                <a16:creationId xmlns:a16="http://schemas.microsoft.com/office/drawing/2014/main" id="{CD161CAC-DA1F-AF16-6DC7-EC31D5B8ED4A}"/>
              </a:ext>
            </a:extLst>
          </p:cNvPr>
          <p:cNvGrpSpPr/>
          <p:nvPr/>
        </p:nvGrpSpPr>
        <p:grpSpPr>
          <a:xfrm>
            <a:off x="2188528" y="333758"/>
            <a:ext cx="9789443" cy="6190483"/>
            <a:chOff x="2188528" y="107497"/>
            <a:chExt cx="9789443" cy="6190483"/>
          </a:xfrm>
        </p:grpSpPr>
        <p:pic>
          <p:nvPicPr>
            <p:cNvPr id="12" name="Picture 11">
              <a:extLst>
                <a:ext uri="{FF2B5EF4-FFF2-40B4-BE49-F238E27FC236}">
                  <a16:creationId xmlns:a16="http://schemas.microsoft.com/office/drawing/2014/main" id="{021EA0FF-E57F-E294-E02C-86B0F5FCECE9}"/>
                </a:ext>
              </a:extLst>
            </p:cNvPr>
            <p:cNvPicPr>
              <a:picLocks noChangeAspect="1"/>
            </p:cNvPicPr>
            <p:nvPr/>
          </p:nvPicPr>
          <p:blipFill>
            <a:blip r:embed="rId3"/>
            <a:stretch>
              <a:fillRect/>
            </a:stretch>
          </p:blipFill>
          <p:spPr>
            <a:xfrm>
              <a:off x="2188528" y="2539896"/>
              <a:ext cx="9789443" cy="3758084"/>
            </a:xfrm>
            <a:prstGeom prst="rect">
              <a:avLst/>
            </a:prstGeom>
          </p:spPr>
        </p:pic>
        <p:pic>
          <p:nvPicPr>
            <p:cNvPr id="16" name="Picture 15">
              <a:extLst>
                <a:ext uri="{FF2B5EF4-FFF2-40B4-BE49-F238E27FC236}">
                  <a16:creationId xmlns:a16="http://schemas.microsoft.com/office/drawing/2014/main" id="{B26E9130-A696-E909-90E3-4CF056C64123}"/>
                </a:ext>
              </a:extLst>
            </p:cNvPr>
            <p:cNvPicPr>
              <a:picLocks noChangeAspect="1"/>
            </p:cNvPicPr>
            <p:nvPr/>
          </p:nvPicPr>
          <p:blipFill>
            <a:blip r:embed="rId4"/>
            <a:stretch>
              <a:fillRect/>
            </a:stretch>
          </p:blipFill>
          <p:spPr>
            <a:xfrm>
              <a:off x="4149969" y="107497"/>
              <a:ext cx="7828002" cy="2884574"/>
            </a:xfrm>
            <a:prstGeom prst="rect">
              <a:avLst/>
            </a:prstGeom>
          </p:spPr>
        </p:pic>
      </p:grpSp>
      <p:sp>
        <p:nvSpPr>
          <p:cNvPr id="19" name="Rectangle 18">
            <a:extLst>
              <a:ext uri="{FF2B5EF4-FFF2-40B4-BE49-F238E27FC236}">
                <a16:creationId xmlns:a16="http://schemas.microsoft.com/office/drawing/2014/main" id="{F0C5A2D5-3A71-B9AD-808F-4737BAFF8D83}"/>
              </a:ext>
            </a:extLst>
          </p:cNvPr>
          <p:cNvSpPr/>
          <p:nvPr/>
        </p:nvSpPr>
        <p:spPr>
          <a:xfrm>
            <a:off x="1" y="1"/>
            <a:ext cx="2059912" cy="685800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DA8A82DE-E50C-D027-2F0C-F9F1D22E6BD1}"/>
              </a:ext>
            </a:extLst>
          </p:cNvPr>
          <p:cNvSpPr txBox="1"/>
          <p:nvPr/>
        </p:nvSpPr>
        <p:spPr>
          <a:xfrm>
            <a:off x="422031" y="320003"/>
            <a:ext cx="1125415" cy="338554"/>
          </a:xfrm>
          <a:prstGeom prst="rect">
            <a:avLst/>
          </a:prstGeom>
          <a:noFill/>
        </p:spPr>
        <p:txBody>
          <a:bodyPr wrap="square" rtlCol="0">
            <a:spAutoFit/>
          </a:bodyPr>
          <a:lstStyle/>
          <a:p>
            <a:r>
              <a:rPr lang="en-US" sz="1600" b="1" dirty="0">
                <a:solidFill>
                  <a:schemeClr val="accent3"/>
                </a:solidFill>
              </a:rPr>
              <a:t>Live demo</a:t>
            </a:r>
            <a:endParaRPr lang="en-IN" sz="1600" b="1" dirty="0">
              <a:solidFill>
                <a:schemeClr val="accent3"/>
              </a:solidFill>
            </a:endParaRPr>
          </a:p>
        </p:txBody>
      </p:sp>
      <p:sp>
        <p:nvSpPr>
          <p:cNvPr id="23" name="TextBox 22">
            <a:extLst>
              <a:ext uri="{FF2B5EF4-FFF2-40B4-BE49-F238E27FC236}">
                <a16:creationId xmlns:a16="http://schemas.microsoft.com/office/drawing/2014/main" id="{71492347-9B4B-1DD5-BFCA-D1F8654A9C08}"/>
              </a:ext>
            </a:extLst>
          </p:cNvPr>
          <p:cNvSpPr txBox="1"/>
          <p:nvPr/>
        </p:nvSpPr>
        <p:spPr>
          <a:xfrm>
            <a:off x="-153070" y="822959"/>
            <a:ext cx="2398207" cy="646331"/>
          </a:xfrm>
          <a:prstGeom prst="rect">
            <a:avLst/>
          </a:prstGeom>
          <a:noFill/>
        </p:spPr>
        <p:txBody>
          <a:bodyPr wrap="square" rtlCol="0">
            <a:spAutoFit/>
          </a:bodyPr>
          <a:lstStyle/>
          <a:p>
            <a:pPr algn="ctr"/>
            <a:r>
              <a:rPr lang="en-US" b="1" dirty="0">
                <a:solidFill>
                  <a:schemeClr val="bg1"/>
                </a:solidFill>
              </a:rPr>
              <a:t>Enable Defense</a:t>
            </a:r>
          </a:p>
          <a:p>
            <a:pPr algn="ctr"/>
            <a:r>
              <a:rPr lang="en-US" b="1" dirty="0">
                <a:solidFill>
                  <a:schemeClr val="bg1"/>
                </a:solidFill>
              </a:rPr>
              <a:t> Filter</a:t>
            </a:r>
          </a:p>
        </p:txBody>
      </p:sp>
      <p:sp>
        <p:nvSpPr>
          <p:cNvPr id="25" name="TextBox 24">
            <a:extLst>
              <a:ext uri="{FF2B5EF4-FFF2-40B4-BE49-F238E27FC236}">
                <a16:creationId xmlns:a16="http://schemas.microsoft.com/office/drawing/2014/main" id="{F1020A87-FC75-4056-69FC-E589FE478892}"/>
              </a:ext>
            </a:extLst>
          </p:cNvPr>
          <p:cNvSpPr txBox="1"/>
          <p:nvPr/>
        </p:nvSpPr>
        <p:spPr>
          <a:xfrm>
            <a:off x="10862268" y="6524241"/>
            <a:ext cx="1329732" cy="276999"/>
          </a:xfrm>
          <a:prstGeom prst="rect">
            <a:avLst/>
          </a:prstGeom>
          <a:noFill/>
        </p:spPr>
        <p:txBody>
          <a:bodyPr wrap="square" rtlCol="0">
            <a:spAutoFit/>
          </a:bodyPr>
          <a:lstStyle/>
          <a:p>
            <a:r>
              <a:rPr lang="en-US" sz="1200" b="1" dirty="0">
                <a:solidFill>
                  <a:schemeClr val="accent1">
                    <a:lumMod val="50000"/>
                  </a:schemeClr>
                </a:solidFill>
              </a:rPr>
              <a:t>Hiba Fathima K</a:t>
            </a:r>
            <a:endParaRPr lang="en-IN" sz="1200" b="1" dirty="0">
              <a:solidFill>
                <a:schemeClr val="accent1">
                  <a:lumMod val="50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E7900E6-CBAA-AA7C-5BEE-82A41399BE91}"/>
            </a:ext>
          </a:extLst>
        </p:cNvPr>
        <p:cNvGrpSpPr/>
        <p:nvPr/>
      </p:nvGrpSpPr>
      <p:grpSpPr>
        <a:xfrm>
          <a:off x="0" y="0"/>
          <a:ext cx="0" cy="0"/>
          <a:chOff x="0" y="0"/>
          <a:chExt cx="0" cy="0"/>
        </a:xfrm>
      </p:grpSpPr>
      <p:sp>
        <p:nvSpPr>
          <p:cNvPr id="5" name="Text 3">
            <a:extLst>
              <a:ext uri="{FF2B5EF4-FFF2-40B4-BE49-F238E27FC236}">
                <a16:creationId xmlns:a16="http://schemas.microsoft.com/office/drawing/2014/main" id="{03434BB1-DF68-ACEF-0010-8CFD25474CF8}"/>
              </a:ext>
            </a:extLst>
          </p:cNvPr>
          <p:cNvSpPr/>
          <p:nvPr/>
        </p:nvSpPr>
        <p:spPr>
          <a:xfrm>
            <a:off x="548640" y="5120640"/>
            <a:ext cx="3291840" cy="822960"/>
          </a:xfrm>
          <a:prstGeom prst="rect">
            <a:avLst/>
          </a:prstGeom>
          <a:noFill/>
          <a:ln/>
        </p:spPr>
        <p:txBody>
          <a:bodyPr wrap="square" rtlCol="0" anchor="ctr"/>
          <a:lstStyle/>
          <a:p>
            <a:pPr marL="0" indent="0">
              <a:lnSpc>
                <a:spcPct val="120000"/>
              </a:lnSpc>
              <a:buNone/>
            </a:pPr>
            <a:endParaRPr lang="en-US" sz="1200" dirty="0"/>
          </a:p>
        </p:txBody>
      </p:sp>
      <p:sp>
        <p:nvSpPr>
          <p:cNvPr id="17" name="Text 15">
            <a:extLst>
              <a:ext uri="{FF2B5EF4-FFF2-40B4-BE49-F238E27FC236}">
                <a16:creationId xmlns:a16="http://schemas.microsoft.com/office/drawing/2014/main" id="{4DA81F14-7B5E-491B-9B5F-DF623768E026}"/>
              </a:ext>
            </a:extLst>
          </p:cNvPr>
          <p:cNvSpPr/>
          <p:nvPr/>
        </p:nvSpPr>
        <p:spPr>
          <a:xfrm>
            <a:off x="5394960" y="3685032"/>
            <a:ext cx="6035040" cy="502920"/>
          </a:xfrm>
          <a:prstGeom prst="rect">
            <a:avLst/>
          </a:prstGeom>
          <a:noFill/>
          <a:ln/>
        </p:spPr>
        <p:txBody>
          <a:bodyPr wrap="square" rtlCol="0" anchor="ctr"/>
          <a:lstStyle/>
          <a:p>
            <a:pPr marL="0" indent="0">
              <a:buNone/>
            </a:pPr>
            <a:endParaRPr lang="en-US" sz="1150" dirty="0"/>
          </a:p>
        </p:txBody>
      </p:sp>
      <p:sp>
        <p:nvSpPr>
          <p:cNvPr id="34" name="Rectangle 33">
            <a:extLst>
              <a:ext uri="{FF2B5EF4-FFF2-40B4-BE49-F238E27FC236}">
                <a16:creationId xmlns:a16="http://schemas.microsoft.com/office/drawing/2014/main" id="{3030E279-3BE2-3B8B-CB59-4F017A3EE7BC}"/>
              </a:ext>
            </a:extLst>
          </p:cNvPr>
          <p:cNvSpPr/>
          <p:nvPr/>
        </p:nvSpPr>
        <p:spPr>
          <a:xfrm>
            <a:off x="0" y="0"/>
            <a:ext cx="12192000" cy="6858000"/>
          </a:xfrm>
          <a:prstGeom prst="rect">
            <a:avLst/>
          </a:prstGeom>
          <a:solidFill>
            <a:srgbClr val="002060"/>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 20">
            <a:extLst>
              <a:ext uri="{FF2B5EF4-FFF2-40B4-BE49-F238E27FC236}">
                <a16:creationId xmlns:a16="http://schemas.microsoft.com/office/drawing/2014/main" id="{6C3B0FC4-44E8-F474-8FFE-D0B6FA84C523}"/>
              </a:ext>
            </a:extLst>
          </p:cNvPr>
          <p:cNvSpPr/>
          <p:nvPr/>
        </p:nvSpPr>
        <p:spPr>
          <a:xfrm>
            <a:off x="4572000" y="6492240"/>
            <a:ext cx="3657600" cy="274320"/>
          </a:xfrm>
          <a:prstGeom prst="rect">
            <a:avLst/>
          </a:prstGeom>
          <a:noFill/>
          <a:ln/>
        </p:spPr>
        <p:txBody>
          <a:bodyPr wrap="square" rtlCol="0" anchor="ctr"/>
          <a:lstStyle/>
          <a:p>
            <a:pPr marL="0" indent="0">
              <a:buNone/>
            </a:pPr>
            <a:r>
              <a:rPr lang="en-US" sz="1000" dirty="0">
                <a:solidFill>
                  <a:srgbClr val="5A6472"/>
                </a:solidFill>
                <a:latin typeface="Calibri" pitchFamily="34" charset="0"/>
                <a:ea typeface="Calibri" pitchFamily="34" charset="-122"/>
                <a:cs typeface="Calibri" pitchFamily="34" charset="-120"/>
              </a:rPr>
              <a:t>03 / Live Demo</a:t>
            </a:r>
            <a:endParaRPr lang="en-US" sz="1000" dirty="0"/>
          </a:p>
        </p:txBody>
      </p:sp>
      <p:pic>
        <p:nvPicPr>
          <p:cNvPr id="31" name="Picture 30">
            <a:extLst>
              <a:ext uri="{FF2B5EF4-FFF2-40B4-BE49-F238E27FC236}">
                <a16:creationId xmlns:a16="http://schemas.microsoft.com/office/drawing/2014/main" id="{8139D5ED-9125-788F-A838-036688AE12E3}"/>
              </a:ext>
            </a:extLst>
          </p:cNvPr>
          <p:cNvPicPr>
            <a:picLocks noChangeAspect="1"/>
          </p:cNvPicPr>
          <p:nvPr/>
        </p:nvPicPr>
        <p:blipFill>
          <a:blip r:embed="rId3"/>
          <a:stretch>
            <a:fillRect/>
          </a:stretch>
        </p:blipFill>
        <p:spPr>
          <a:xfrm>
            <a:off x="2781280" y="426932"/>
            <a:ext cx="9206404" cy="6065308"/>
          </a:xfrm>
          <a:prstGeom prst="rect">
            <a:avLst/>
          </a:prstGeom>
        </p:spPr>
      </p:pic>
      <p:sp>
        <p:nvSpPr>
          <p:cNvPr id="2" name="Rectangle 1">
            <a:extLst>
              <a:ext uri="{FF2B5EF4-FFF2-40B4-BE49-F238E27FC236}">
                <a16:creationId xmlns:a16="http://schemas.microsoft.com/office/drawing/2014/main" id="{2A564506-0D48-6BC1-E3C8-0F675684DCB0}"/>
              </a:ext>
            </a:extLst>
          </p:cNvPr>
          <p:cNvSpPr/>
          <p:nvPr/>
        </p:nvSpPr>
        <p:spPr>
          <a:xfrm>
            <a:off x="0" y="0"/>
            <a:ext cx="2069960"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4C1D2DA8-5E5A-562A-B610-3B4B6655ECEE}"/>
              </a:ext>
            </a:extLst>
          </p:cNvPr>
          <p:cNvSpPr txBox="1"/>
          <p:nvPr/>
        </p:nvSpPr>
        <p:spPr>
          <a:xfrm>
            <a:off x="-203647" y="914400"/>
            <a:ext cx="2398207" cy="923330"/>
          </a:xfrm>
          <a:prstGeom prst="rect">
            <a:avLst/>
          </a:prstGeom>
          <a:noFill/>
        </p:spPr>
        <p:txBody>
          <a:bodyPr wrap="square" rtlCol="0">
            <a:spAutoFit/>
          </a:bodyPr>
          <a:lstStyle/>
          <a:p>
            <a:pPr algn="ctr"/>
            <a:r>
              <a:rPr lang="en-US" b="1" dirty="0">
                <a:solidFill>
                  <a:srgbClr val="002060"/>
                </a:solidFill>
              </a:rPr>
              <a:t>Confidence </a:t>
            </a:r>
          </a:p>
          <a:p>
            <a:pPr algn="ctr"/>
            <a:r>
              <a:rPr lang="en-US" b="1" dirty="0">
                <a:solidFill>
                  <a:srgbClr val="002060"/>
                </a:solidFill>
              </a:rPr>
              <a:t>Comparison</a:t>
            </a:r>
          </a:p>
          <a:p>
            <a:pPr algn="ctr"/>
            <a:r>
              <a:rPr lang="en-US" b="1" dirty="0">
                <a:solidFill>
                  <a:srgbClr val="002060"/>
                </a:solidFill>
              </a:rPr>
              <a:t>Chart</a:t>
            </a:r>
          </a:p>
        </p:txBody>
      </p:sp>
      <p:sp>
        <p:nvSpPr>
          <p:cNvPr id="7" name="TextBox 6">
            <a:extLst>
              <a:ext uri="{FF2B5EF4-FFF2-40B4-BE49-F238E27FC236}">
                <a16:creationId xmlns:a16="http://schemas.microsoft.com/office/drawing/2014/main" id="{80A54D25-0850-9FB1-0FA2-A58B32888026}"/>
              </a:ext>
            </a:extLst>
          </p:cNvPr>
          <p:cNvSpPr txBox="1"/>
          <p:nvPr/>
        </p:nvSpPr>
        <p:spPr>
          <a:xfrm>
            <a:off x="-328247" y="426932"/>
            <a:ext cx="2398207" cy="307777"/>
          </a:xfrm>
          <a:prstGeom prst="rect">
            <a:avLst/>
          </a:prstGeom>
          <a:noFill/>
        </p:spPr>
        <p:txBody>
          <a:bodyPr wrap="square" rtlCol="0">
            <a:spAutoFit/>
          </a:bodyPr>
          <a:lstStyle/>
          <a:p>
            <a:pPr algn="ctr"/>
            <a:r>
              <a:rPr lang="en-US" sz="1400" b="1" dirty="0">
                <a:solidFill>
                  <a:schemeClr val="accent3"/>
                </a:solidFill>
              </a:rPr>
              <a:t>Live demo</a:t>
            </a:r>
            <a:endParaRPr lang="en-IN" sz="1400" b="1" dirty="0">
              <a:solidFill>
                <a:schemeClr val="accent3"/>
              </a:solidFill>
            </a:endParaRPr>
          </a:p>
        </p:txBody>
      </p:sp>
      <p:sp>
        <p:nvSpPr>
          <p:cNvPr id="9" name="TextBox 8">
            <a:extLst>
              <a:ext uri="{FF2B5EF4-FFF2-40B4-BE49-F238E27FC236}">
                <a16:creationId xmlns:a16="http://schemas.microsoft.com/office/drawing/2014/main" id="{8F052110-EE4F-5A07-FFEF-2A445A40C170}"/>
              </a:ext>
            </a:extLst>
          </p:cNvPr>
          <p:cNvSpPr txBox="1"/>
          <p:nvPr/>
        </p:nvSpPr>
        <p:spPr>
          <a:xfrm>
            <a:off x="10944329" y="6492240"/>
            <a:ext cx="1349829" cy="276999"/>
          </a:xfrm>
          <a:prstGeom prst="rect">
            <a:avLst/>
          </a:prstGeom>
          <a:noFill/>
        </p:spPr>
        <p:txBody>
          <a:bodyPr wrap="square" rtlCol="0">
            <a:spAutoFit/>
          </a:bodyPr>
          <a:lstStyle/>
          <a:p>
            <a:r>
              <a:rPr lang="en-US" sz="1200" b="1" dirty="0">
                <a:solidFill>
                  <a:schemeClr val="bg1"/>
                </a:solidFill>
              </a:rPr>
              <a:t>Hiba Fathima K</a:t>
            </a:r>
            <a:endParaRPr lang="en-IN" sz="1200" b="1" dirty="0">
              <a:solidFill>
                <a:schemeClr val="bg1"/>
              </a:solidFill>
            </a:endParaRPr>
          </a:p>
        </p:txBody>
      </p:sp>
    </p:spTree>
    <p:extLst>
      <p:ext uri="{BB962C8B-B14F-4D97-AF65-F5344CB8AC3E}">
        <p14:creationId xmlns:p14="http://schemas.microsoft.com/office/powerpoint/2010/main" val="2045613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9144000" cy="548640"/>
          </a:xfrm>
          <a:prstGeom prst="rect">
            <a:avLst/>
          </a:prstGeom>
          <a:noFill/>
          <a:ln/>
        </p:spPr>
        <p:txBody>
          <a:bodyPr wrap="square" rtlCol="0" anchor="ctr"/>
          <a:lstStyle/>
          <a:p>
            <a:r>
              <a:rPr lang="en-IN" sz="3200" b="1" dirty="0">
                <a:solidFill>
                  <a:schemeClr val="accent1">
                    <a:lumMod val="50000"/>
                  </a:schemeClr>
                </a:solidFill>
              </a:rPr>
              <a:t>Performance Evaluation &amp; Benchmark Results</a:t>
            </a:r>
            <a:endParaRPr lang="en-US" sz="3000" b="1" dirty="0">
              <a:solidFill>
                <a:schemeClr val="accent1">
                  <a:lumMod val="50000"/>
                </a:schemeClr>
              </a:solidFill>
            </a:endParaRPr>
          </a:p>
        </p:txBody>
      </p:sp>
      <p:sp>
        <p:nvSpPr>
          <p:cNvPr id="3" name="Text 1"/>
          <p:cNvSpPr/>
          <p:nvPr/>
        </p:nvSpPr>
        <p:spPr>
          <a:xfrm>
            <a:off x="640080" y="932688"/>
            <a:ext cx="8229600" cy="365760"/>
          </a:xfrm>
          <a:prstGeom prst="rect">
            <a:avLst/>
          </a:prstGeom>
          <a:noFill/>
          <a:ln/>
        </p:spPr>
        <p:txBody>
          <a:bodyPr wrap="square" rtlCol="0" anchor="ctr"/>
          <a:lstStyle/>
          <a:p>
            <a:pPr marL="0" indent="0">
              <a:buNone/>
            </a:pPr>
            <a:r>
              <a:rPr lang="en-US" sz="1300" dirty="0">
                <a:solidFill>
                  <a:srgbClr val="5A6472"/>
                </a:solidFill>
                <a:latin typeface="Calibri" pitchFamily="34" charset="0"/>
                <a:ea typeface="Calibri" pitchFamily="34" charset="-122"/>
                <a:cs typeface="Calibri" pitchFamily="34" charset="-120"/>
              </a:rPr>
              <a:t> 20 images tested for each attack type</a:t>
            </a:r>
            <a:endParaRPr lang="en-US" sz="1300" dirty="0"/>
          </a:p>
        </p:txBody>
      </p:sp>
      <p:sp>
        <p:nvSpPr>
          <p:cNvPr id="6" name="Shape 2"/>
          <p:cNvSpPr/>
          <p:nvPr/>
        </p:nvSpPr>
        <p:spPr>
          <a:xfrm>
            <a:off x="640080" y="4892040"/>
            <a:ext cx="54864" cy="1417320"/>
          </a:xfrm>
          <a:prstGeom prst="rect">
            <a:avLst/>
          </a:prstGeom>
          <a:solidFill>
            <a:srgbClr val="E4572E"/>
          </a:solidFill>
          <a:ln/>
        </p:spPr>
        <p:txBody>
          <a:bodyPr/>
          <a:lstStyle/>
          <a:p>
            <a:endParaRPr lang="en-IN"/>
          </a:p>
        </p:txBody>
      </p:sp>
      <p:sp>
        <p:nvSpPr>
          <p:cNvPr id="7" name="Text 3"/>
          <p:cNvSpPr/>
          <p:nvPr/>
        </p:nvSpPr>
        <p:spPr>
          <a:xfrm>
            <a:off x="868680" y="4864608"/>
            <a:ext cx="3291840" cy="640080"/>
          </a:xfrm>
          <a:prstGeom prst="rect">
            <a:avLst/>
          </a:prstGeom>
          <a:noFill/>
          <a:ln/>
        </p:spPr>
        <p:txBody>
          <a:bodyPr wrap="square" rtlCol="0" anchor="ctr"/>
          <a:lstStyle/>
          <a:p>
            <a:pPr>
              <a:lnSpc>
                <a:spcPct val="105000"/>
              </a:lnSpc>
            </a:pPr>
            <a:r>
              <a:rPr lang="en-IN" sz="1400" b="1" dirty="0">
                <a:solidFill>
                  <a:schemeClr val="accent1">
                    <a:lumMod val="75000"/>
                  </a:schemeClr>
                </a:solidFill>
              </a:rPr>
              <a:t>Pixel Shift produced the highest attack success rate</a:t>
            </a:r>
            <a:endParaRPr lang="en-US" sz="1300" b="1" dirty="0">
              <a:solidFill>
                <a:schemeClr val="accent1">
                  <a:lumMod val="75000"/>
                </a:schemeClr>
              </a:solidFill>
            </a:endParaRPr>
          </a:p>
        </p:txBody>
      </p:sp>
      <p:sp>
        <p:nvSpPr>
          <p:cNvPr id="8" name="Text 4"/>
          <p:cNvSpPr/>
          <p:nvPr/>
        </p:nvSpPr>
        <p:spPr>
          <a:xfrm>
            <a:off x="868680" y="5440680"/>
            <a:ext cx="3291840" cy="822960"/>
          </a:xfrm>
          <a:prstGeom prst="rect">
            <a:avLst/>
          </a:prstGeom>
          <a:noFill/>
          <a:ln/>
        </p:spPr>
        <p:txBody>
          <a:bodyPr wrap="square" rtlCol="0" anchor="ctr"/>
          <a:lstStyle/>
          <a:p>
            <a:pPr>
              <a:lnSpc>
                <a:spcPct val="115000"/>
              </a:lnSpc>
            </a:pPr>
            <a:r>
              <a:rPr lang="en-IN" sz="1050" dirty="0"/>
              <a:t>Achieved a </a:t>
            </a:r>
            <a:r>
              <a:rPr lang="en-IN" sz="1050" b="1" dirty="0"/>
              <a:t>100% attack success rate</a:t>
            </a:r>
            <a:r>
              <a:rPr lang="en-IN" sz="1050" dirty="0"/>
              <a:t>, causing misclassification on all benchmark images.</a:t>
            </a:r>
            <a:endParaRPr lang="en-US" sz="1050" dirty="0"/>
          </a:p>
        </p:txBody>
      </p:sp>
      <p:sp>
        <p:nvSpPr>
          <p:cNvPr id="9" name="Shape 5"/>
          <p:cNvSpPr/>
          <p:nvPr/>
        </p:nvSpPr>
        <p:spPr>
          <a:xfrm>
            <a:off x="4251960" y="4892040"/>
            <a:ext cx="54864" cy="1417320"/>
          </a:xfrm>
          <a:prstGeom prst="rect">
            <a:avLst/>
          </a:prstGeom>
          <a:solidFill>
            <a:srgbClr val="2FBF71"/>
          </a:solidFill>
          <a:ln/>
        </p:spPr>
        <p:txBody>
          <a:bodyPr/>
          <a:lstStyle/>
          <a:p>
            <a:endParaRPr lang="en-IN"/>
          </a:p>
        </p:txBody>
      </p:sp>
      <p:sp>
        <p:nvSpPr>
          <p:cNvPr id="10" name="Text 6"/>
          <p:cNvSpPr/>
          <p:nvPr/>
        </p:nvSpPr>
        <p:spPr>
          <a:xfrm>
            <a:off x="4480560" y="4864608"/>
            <a:ext cx="3291840" cy="640080"/>
          </a:xfrm>
          <a:prstGeom prst="rect">
            <a:avLst/>
          </a:prstGeom>
          <a:noFill/>
          <a:ln/>
        </p:spPr>
        <p:txBody>
          <a:bodyPr wrap="square" rtlCol="0" anchor="ctr"/>
          <a:lstStyle/>
          <a:p>
            <a:pPr>
              <a:lnSpc>
                <a:spcPct val="105000"/>
              </a:lnSpc>
            </a:pPr>
            <a:r>
              <a:rPr lang="en-US" sz="1400" b="1" noProof="0">
                <a:solidFill>
                  <a:schemeClr val="accent1">
                    <a:lumMod val="75000"/>
                  </a:schemeClr>
                </a:solidFill>
              </a:rPr>
              <a:t>Defense pipeline improved model robustness</a:t>
            </a:r>
            <a:endParaRPr lang="en-US" sz="1300" b="1" noProof="0">
              <a:solidFill>
                <a:schemeClr val="accent1">
                  <a:lumMod val="75000"/>
                </a:schemeClr>
              </a:solidFill>
            </a:endParaRPr>
          </a:p>
        </p:txBody>
      </p:sp>
      <p:sp>
        <p:nvSpPr>
          <p:cNvPr id="11" name="Text 7"/>
          <p:cNvSpPr/>
          <p:nvPr/>
        </p:nvSpPr>
        <p:spPr>
          <a:xfrm>
            <a:off x="4480560" y="5440680"/>
            <a:ext cx="3291840" cy="822960"/>
          </a:xfrm>
          <a:prstGeom prst="rect">
            <a:avLst/>
          </a:prstGeom>
          <a:noFill/>
          <a:ln/>
        </p:spPr>
        <p:txBody>
          <a:bodyPr wrap="square" rtlCol="0" anchor="ctr"/>
          <a:lstStyle/>
          <a:p>
            <a:pPr>
              <a:lnSpc>
                <a:spcPct val="115000"/>
              </a:lnSpc>
            </a:pPr>
            <a:r>
              <a:rPr lang="en-IN" sz="1050" dirty="0"/>
              <a:t>EXIF metadata removal combined with Gaussian blur successfully recovered predictions in </a:t>
            </a:r>
            <a:r>
              <a:rPr lang="en-IN" sz="1050" b="1" dirty="0"/>
              <a:t>75%</a:t>
            </a:r>
            <a:r>
              <a:rPr lang="en-IN" sz="1050" dirty="0"/>
              <a:t> of successful attacks.</a:t>
            </a:r>
            <a:endParaRPr lang="en-US" sz="1050" dirty="0"/>
          </a:p>
        </p:txBody>
      </p:sp>
      <p:sp>
        <p:nvSpPr>
          <p:cNvPr id="12" name="Shape 8"/>
          <p:cNvSpPr/>
          <p:nvPr/>
        </p:nvSpPr>
        <p:spPr>
          <a:xfrm>
            <a:off x="7863840" y="4892040"/>
            <a:ext cx="54864" cy="1417320"/>
          </a:xfrm>
          <a:prstGeom prst="rect">
            <a:avLst/>
          </a:prstGeom>
          <a:solidFill>
            <a:srgbClr val="1E2761"/>
          </a:solidFill>
          <a:ln/>
        </p:spPr>
        <p:txBody>
          <a:bodyPr/>
          <a:lstStyle/>
          <a:p>
            <a:endParaRPr lang="en-IN"/>
          </a:p>
        </p:txBody>
      </p:sp>
      <p:sp>
        <p:nvSpPr>
          <p:cNvPr id="13" name="Text 9"/>
          <p:cNvSpPr/>
          <p:nvPr/>
        </p:nvSpPr>
        <p:spPr>
          <a:xfrm>
            <a:off x="8092440" y="4864608"/>
            <a:ext cx="3291840" cy="640080"/>
          </a:xfrm>
          <a:prstGeom prst="rect">
            <a:avLst/>
          </a:prstGeom>
          <a:noFill/>
          <a:ln/>
        </p:spPr>
        <p:txBody>
          <a:bodyPr wrap="square" rtlCol="0" anchor="ctr"/>
          <a:lstStyle/>
          <a:p>
            <a:pPr>
              <a:lnSpc>
                <a:spcPct val="105000"/>
              </a:lnSpc>
            </a:pPr>
            <a:r>
              <a:rPr lang="en-IN" sz="1400" b="1" dirty="0">
                <a:solidFill>
                  <a:schemeClr val="accent1">
                    <a:lumMod val="75000"/>
                  </a:schemeClr>
                </a:solidFill>
              </a:rPr>
              <a:t>Prompt injection showed no impact on image classification</a:t>
            </a:r>
            <a:endParaRPr lang="en-US" sz="1300" b="1" dirty="0">
              <a:solidFill>
                <a:schemeClr val="accent1">
                  <a:lumMod val="75000"/>
                </a:schemeClr>
              </a:solidFill>
            </a:endParaRPr>
          </a:p>
        </p:txBody>
      </p:sp>
      <p:sp>
        <p:nvSpPr>
          <p:cNvPr id="14" name="Text 10"/>
          <p:cNvSpPr/>
          <p:nvPr/>
        </p:nvSpPr>
        <p:spPr>
          <a:xfrm>
            <a:off x="8092440" y="5440680"/>
            <a:ext cx="3291840" cy="822960"/>
          </a:xfrm>
          <a:prstGeom prst="rect">
            <a:avLst/>
          </a:prstGeom>
          <a:noFill/>
          <a:ln/>
        </p:spPr>
        <p:txBody>
          <a:bodyPr wrap="square" rtlCol="0" anchor="ctr"/>
          <a:lstStyle/>
          <a:p>
            <a:pPr>
              <a:lnSpc>
                <a:spcPct val="115000"/>
              </a:lnSpc>
            </a:pPr>
            <a:r>
              <a:rPr lang="en-IN" sz="1050" dirty="0"/>
              <a:t>Hidden EXIF and LSB payloads did not affect </a:t>
            </a:r>
            <a:r>
              <a:rPr lang="en-IN" sz="1050" dirty="0" err="1"/>
              <a:t>ViT</a:t>
            </a:r>
            <a:r>
              <a:rPr lang="en-IN" sz="1050" dirty="0"/>
              <a:t> image classification because these models rely primarily on pixel information rather than metadata.</a:t>
            </a:r>
            <a:endParaRPr lang="en-US" sz="1050" dirty="0"/>
          </a:p>
        </p:txBody>
      </p:sp>
      <p:sp>
        <p:nvSpPr>
          <p:cNvPr id="15" name="Text 11"/>
          <p:cNvSpPr/>
          <p:nvPr/>
        </p:nvSpPr>
        <p:spPr>
          <a:xfrm>
            <a:off x="640080" y="6537960"/>
            <a:ext cx="3657600" cy="274320"/>
          </a:xfrm>
          <a:prstGeom prst="rect">
            <a:avLst/>
          </a:prstGeom>
          <a:noFill/>
          <a:ln/>
        </p:spPr>
        <p:txBody>
          <a:bodyPr wrap="square" rtlCol="0" anchor="ctr"/>
          <a:lstStyle/>
          <a:p>
            <a:pPr marL="0" indent="0">
              <a:buNone/>
            </a:pPr>
            <a:r>
              <a:rPr lang="en-US" sz="1000" dirty="0">
                <a:solidFill>
                  <a:srgbClr val="5A6472"/>
                </a:solidFill>
                <a:latin typeface="Calibri" pitchFamily="34" charset="0"/>
                <a:ea typeface="Calibri" pitchFamily="34" charset="-122"/>
                <a:cs typeface="Calibri" pitchFamily="34" charset="-120"/>
              </a:rPr>
              <a:t>04 / Benchmark Charts &amp; Findings</a:t>
            </a:r>
            <a:endParaRPr lang="en-US" sz="1000" dirty="0"/>
          </a:p>
        </p:txBody>
      </p:sp>
      <p:graphicFrame>
        <p:nvGraphicFramePr>
          <p:cNvPr id="16" name="Chart 15">
            <a:extLst>
              <a:ext uri="{FF2B5EF4-FFF2-40B4-BE49-F238E27FC236}">
                <a16:creationId xmlns:a16="http://schemas.microsoft.com/office/drawing/2014/main" id="{B672BAD8-992D-C5CF-C364-71A9C57E950D}"/>
              </a:ext>
            </a:extLst>
          </p:cNvPr>
          <p:cNvGraphicFramePr>
            <a:graphicFrameLocks/>
          </p:cNvGraphicFramePr>
          <p:nvPr>
            <p:extLst>
              <p:ext uri="{D42A27DB-BD31-4B8C-83A1-F6EECF244321}">
                <p14:modId xmlns:p14="http://schemas.microsoft.com/office/powerpoint/2010/main" val="2917082943"/>
              </p:ext>
            </p:extLst>
          </p:nvPr>
        </p:nvGraphicFramePr>
        <p:xfrm>
          <a:off x="487681" y="1340553"/>
          <a:ext cx="5481040" cy="332288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a:extLst>
              <a:ext uri="{FF2B5EF4-FFF2-40B4-BE49-F238E27FC236}">
                <a16:creationId xmlns:a16="http://schemas.microsoft.com/office/drawing/2014/main" id="{02F355F7-4E5E-5AB2-4557-6A8B58517507}"/>
              </a:ext>
            </a:extLst>
          </p:cNvPr>
          <p:cNvGraphicFramePr>
            <a:graphicFrameLocks/>
          </p:cNvGraphicFramePr>
          <p:nvPr>
            <p:extLst>
              <p:ext uri="{D42A27DB-BD31-4B8C-83A1-F6EECF244321}">
                <p14:modId xmlns:p14="http://schemas.microsoft.com/office/powerpoint/2010/main" val="1391119366"/>
              </p:ext>
            </p:extLst>
          </p:nvPr>
        </p:nvGraphicFramePr>
        <p:xfrm>
          <a:off x="6096001" y="1340553"/>
          <a:ext cx="5608320" cy="3322888"/>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Box 4">
            <a:extLst>
              <a:ext uri="{FF2B5EF4-FFF2-40B4-BE49-F238E27FC236}">
                <a16:creationId xmlns:a16="http://schemas.microsoft.com/office/drawing/2014/main" id="{7C487948-A014-3892-7DE4-6602321A937A}"/>
              </a:ext>
            </a:extLst>
          </p:cNvPr>
          <p:cNvSpPr txBox="1"/>
          <p:nvPr/>
        </p:nvSpPr>
        <p:spPr>
          <a:xfrm>
            <a:off x="11054861" y="6470131"/>
            <a:ext cx="2113503" cy="276999"/>
          </a:xfrm>
          <a:prstGeom prst="rect">
            <a:avLst/>
          </a:prstGeom>
          <a:noFill/>
        </p:spPr>
        <p:txBody>
          <a:bodyPr wrap="square" rtlCol="0">
            <a:spAutoFit/>
          </a:bodyPr>
          <a:lstStyle/>
          <a:p>
            <a:r>
              <a:rPr lang="en-US" sz="1200" b="1" dirty="0">
                <a:solidFill>
                  <a:schemeClr val="accent1">
                    <a:lumMod val="50000"/>
                  </a:schemeClr>
                </a:solidFill>
              </a:rPr>
              <a:t>Hiba Fathima K</a:t>
            </a:r>
            <a:endParaRPr lang="en-IN" sz="1200" b="1" dirty="0">
              <a:solidFill>
                <a:schemeClr val="accent1">
                  <a:lumMod val="5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A46BBD7F-2899-560A-CF12-0A01AA3155E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C3A0C35-3553-806B-C90C-1531EF6A279E}"/>
              </a:ext>
            </a:extLst>
          </p:cNvPr>
          <p:cNvSpPr/>
          <p:nvPr/>
        </p:nvSpPr>
        <p:spPr>
          <a:xfrm>
            <a:off x="-1706880" y="2103120"/>
            <a:ext cx="5486400" cy="5486400"/>
          </a:xfrm>
          <a:prstGeom prst="ellipse">
            <a:avLst/>
          </a:prstGeom>
          <a:solidFill>
            <a:srgbClr val="263380"/>
          </a:solidFill>
          <a:ln/>
        </p:spPr>
        <p:txBody>
          <a:bodyPr/>
          <a:lstStyle/>
          <a:p>
            <a:endParaRPr lang="en-IN"/>
          </a:p>
        </p:txBody>
      </p:sp>
      <p:sp>
        <p:nvSpPr>
          <p:cNvPr id="3" name="Text 1">
            <a:extLst>
              <a:ext uri="{FF2B5EF4-FFF2-40B4-BE49-F238E27FC236}">
                <a16:creationId xmlns:a16="http://schemas.microsoft.com/office/drawing/2014/main" id="{067C1657-17AD-9B11-2935-0D1D733EEC06}"/>
              </a:ext>
            </a:extLst>
          </p:cNvPr>
          <p:cNvSpPr/>
          <p:nvPr/>
        </p:nvSpPr>
        <p:spPr>
          <a:xfrm>
            <a:off x="640080" y="502920"/>
            <a:ext cx="105156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Learnings &amp; Future Enhancements</a:t>
            </a:r>
            <a:endParaRPr lang="en-US" sz="3000" dirty="0"/>
          </a:p>
        </p:txBody>
      </p:sp>
      <p:sp>
        <p:nvSpPr>
          <p:cNvPr id="4" name="Text 2">
            <a:extLst>
              <a:ext uri="{FF2B5EF4-FFF2-40B4-BE49-F238E27FC236}">
                <a16:creationId xmlns:a16="http://schemas.microsoft.com/office/drawing/2014/main" id="{19B8C2E6-F2DC-E973-6595-80B109EE32C6}"/>
              </a:ext>
            </a:extLst>
          </p:cNvPr>
          <p:cNvSpPr/>
          <p:nvPr/>
        </p:nvSpPr>
        <p:spPr>
          <a:xfrm>
            <a:off x="640080" y="1417320"/>
            <a:ext cx="4846320" cy="320040"/>
          </a:xfrm>
          <a:prstGeom prst="rect">
            <a:avLst/>
          </a:prstGeom>
          <a:noFill/>
          <a:ln/>
        </p:spPr>
        <p:txBody>
          <a:bodyPr wrap="square"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WHAT WE LEARNED</a:t>
            </a:r>
            <a:endParaRPr lang="en-US" sz="1200" dirty="0"/>
          </a:p>
        </p:txBody>
      </p:sp>
      <p:sp>
        <p:nvSpPr>
          <p:cNvPr id="5" name="Text 3">
            <a:extLst>
              <a:ext uri="{FF2B5EF4-FFF2-40B4-BE49-F238E27FC236}">
                <a16:creationId xmlns:a16="http://schemas.microsoft.com/office/drawing/2014/main" id="{91916837-856E-8367-30F0-3D61637560F9}"/>
              </a:ext>
            </a:extLst>
          </p:cNvPr>
          <p:cNvSpPr/>
          <p:nvPr/>
        </p:nvSpPr>
        <p:spPr>
          <a:xfrm>
            <a:off x="640080" y="1783080"/>
            <a:ext cx="5029200" cy="3017520"/>
          </a:xfrm>
          <a:prstGeom prst="rect">
            <a:avLst/>
          </a:prstGeom>
          <a:noFill/>
          <a:ln/>
        </p:spPr>
        <p:txBody>
          <a:bodyPr wrap="square" rtlCol="0" anchor="ctr"/>
          <a:lstStyle/>
          <a:p>
            <a:pPr marL="285750" lvl="0" indent="-285750">
              <a:buFont typeface="Arial" panose="020B0604020202020204" pitchFamily="34" charset="0"/>
              <a:buChar char="•"/>
            </a:pPr>
            <a:r>
              <a:rPr lang="en-US" sz="1400" noProof="0" dirty="0">
                <a:solidFill>
                  <a:schemeClr val="bg1"/>
                </a:solidFill>
              </a:rPr>
              <a:t>Gained practical experience with adversarial attacks on Vision AI systems. </a:t>
            </a:r>
          </a:p>
          <a:p>
            <a:pPr lvl="0"/>
            <a:endParaRPr lang="en-US" sz="1400" noProof="0" dirty="0">
              <a:solidFill>
                <a:schemeClr val="bg1"/>
              </a:solidFill>
            </a:endParaRPr>
          </a:p>
          <a:p>
            <a:pPr marL="285750" lvl="0" indent="-285750">
              <a:buFont typeface="Arial" panose="020B0604020202020204" pitchFamily="34" charset="0"/>
              <a:buChar char="•"/>
            </a:pPr>
            <a:r>
              <a:rPr lang="en-US" sz="1400" noProof="0" dirty="0">
                <a:solidFill>
                  <a:schemeClr val="bg1"/>
                </a:solidFill>
              </a:rPr>
              <a:t>Implemented multiple attack techniques, including Gaussian Noise, Pixel Shift, Prompt Injection.</a:t>
            </a:r>
          </a:p>
          <a:p>
            <a:pPr lvl="0"/>
            <a:endParaRPr lang="en-US" sz="1400" noProof="0" dirty="0">
              <a:solidFill>
                <a:schemeClr val="bg1"/>
              </a:solidFill>
            </a:endParaRPr>
          </a:p>
          <a:p>
            <a:pPr marL="285750" lvl="0" indent="-285750">
              <a:buFont typeface="Arial" panose="020B0604020202020204" pitchFamily="34" charset="0"/>
              <a:buChar char="•"/>
            </a:pPr>
            <a:r>
              <a:rPr lang="en-US" sz="1400" noProof="0" dirty="0">
                <a:solidFill>
                  <a:schemeClr val="bg1"/>
                </a:solidFill>
              </a:rPr>
              <a:t>Evaluated the robustness of </a:t>
            </a:r>
            <a:r>
              <a:rPr lang="en-US" sz="1400" noProof="0" dirty="0" err="1">
                <a:solidFill>
                  <a:schemeClr val="bg1"/>
                </a:solidFill>
              </a:rPr>
              <a:t>ViT</a:t>
            </a:r>
            <a:r>
              <a:rPr lang="en-US" sz="1400" noProof="0" dirty="0">
                <a:solidFill>
                  <a:schemeClr val="bg1"/>
                </a:solidFill>
              </a:rPr>
              <a:t> and </a:t>
            </a:r>
            <a:r>
              <a:rPr lang="en-US" sz="1400" noProof="0" dirty="0" err="1">
                <a:solidFill>
                  <a:schemeClr val="bg1"/>
                </a:solidFill>
              </a:rPr>
              <a:t>LLaVA</a:t>
            </a:r>
            <a:r>
              <a:rPr lang="en-US" sz="1400" noProof="0" dirty="0">
                <a:solidFill>
                  <a:schemeClr val="bg1"/>
                </a:solidFill>
              </a:rPr>
              <a:t> models under different attack scenarios. </a:t>
            </a:r>
          </a:p>
          <a:p>
            <a:pPr lvl="0"/>
            <a:endParaRPr lang="en-US" sz="1400" noProof="0" dirty="0">
              <a:solidFill>
                <a:schemeClr val="bg1"/>
              </a:solidFill>
            </a:endParaRPr>
          </a:p>
          <a:p>
            <a:pPr marL="285750" lvl="0" indent="-285750">
              <a:buFont typeface="Arial" panose="020B0604020202020204" pitchFamily="34" charset="0"/>
              <a:buChar char="•"/>
            </a:pPr>
            <a:r>
              <a:rPr lang="en-US" sz="1400" noProof="0" dirty="0">
                <a:solidFill>
                  <a:schemeClr val="bg1"/>
                </a:solidFill>
              </a:rPr>
              <a:t>Developed a defense pipeline using EXIF metadata removal and Gaussian blur. </a:t>
            </a:r>
          </a:p>
          <a:p>
            <a:pPr lvl="0"/>
            <a:endParaRPr lang="en-US" sz="1400" noProof="0" dirty="0">
              <a:solidFill>
                <a:schemeClr val="bg1"/>
              </a:solidFill>
            </a:endParaRPr>
          </a:p>
          <a:p>
            <a:pPr marL="285750" lvl="0" indent="-285750">
              <a:buFont typeface="Arial" panose="020B0604020202020204" pitchFamily="34" charset="0"/>
              <a:buChar char="•"/>
            </a:pPr>
            <a:r>
              <a:rPr lang="en-US" sz="1400" noProof="0" dirty="0">
                <a:solidFill>
                  <a:schemeClr val="bg1"/>
                </a:solidFill>
              </a:rPr>
              <a:t>Built an interactive </a:t>
            </a:r>
            <a:r>
              <a:rPr lang="en-US" sz="1400" noProof="0" dirty="0" err="1">
                <a:solidFill>
                  <a:schemeClr val="bg1"/>
                </a:solidFill>
              </a:rPr>
              <a:t>Streamlit</a:t>
            </a:r>
            <a:r>
              <a:rPr lang="en-US" sz="1400" noProof="0" dirty="0">
                <a:solidFill>
                  <a:schemeClr val="bg1"/>
                </a:solidFill>
              </a:rPr>
              <a:t> dashboard for attack simulation, defense, and performance evaluation.</a:t>
            </a:r>
          </a:p>
          <a:p>
            <a:pPr marL="285750" indent="-285750">
              <a:lnSpc>
                <a:spcPct val="135000"/>
              </a:lnSpc>
              <a:spcAft>
                <a:spcPts val="1200"/>
              </a:spcAft>
              <a:buSzPct val="100000"/>
              <a:buFont typeface="Arial" panose="020B0604020202020204" pitchFamily="34" charset="0"/>
              <a:buChar char="•"/>
            </a:pPr>
            <a:endParaRPr lang="en-US" sz="1300" noProof="0" dirty="0">
              <a:solidFill>
                <a:schemeClr val="bg1"/>
              </a:solidFill>
            </a:endParaRPr>
          </a:p>
        </p:txBody>
      </p:sp>
      <p:sp>
        <p:nvSpPr>
          <p:cNvPr id="6" name="Text 4">
            <a:extLst>
              <a:ext uri="{FF2B5EF4-FFF2-40B4-BE49-F238E27FC236}">
                <a16:creationId xmlns:a16="http://schemas.microsoft.com/office/drawing/2014/main" id="{705FAD97-19DF-B2B4-FE07-03F7809C819B}"/>
              </a:ext>
            </a:extLst>
          </p:cNvPr>
          <p:cNvSpPr/>
          <p:nvPr/>
        </p:nvSpPr>
        <p:spPr>
          <a:xfrm>
            <a:off x="5989320" y="1417320"/>
            <a:ext cx="4846320" cy="320040"/>
          </a:xfrm>
          <a:prstGeom prst="rect">
            <a:avLst/>
          </a:prstGeom>
          <a:noFill/>
          <a:ln/>
        </p:spPr>
        <p:txBody>
          <a:bodyPr wrap="square"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WHAT'S NEXT</a:t>
            </a:r>
            <a:endParaRPr lang="en-US" sz="1200" dirty="0"/>
          </a:p>
        </p:txBody>
      </p:sp>
      <p:sp>
        <p:nvSpPr>
          <p:cNvPr id="7" name="Text 5">
            <a:extLst>
              <a:ext uri="{FF2B5EF4-FFF2-40B4-BE49-F238E27FC236}">
                <a16:creationId xmlns:a16="http://schemas.microsoft.com/office/drawing/2014/main" id="{2DD93162-A377-708B-F7A3-DA518200DD95}"/>
              </a:ext>
            </a:extLst>
          </p:cNvPr>
          <p:cNvSpPr/>
          <p:nvPr/>
        </p:nvSpPr>
        <p:spPr>
          <a:xfrm>
            <a:off x="5989320" y="1783080"/>
            <a:ext cx="5029200" cy="3017520"/>
          </a:xfrm>
          <a:prstGeom prst="rect">
            <a:avLst/>
          </a:prstGeom>
          <a:noFill/>
          <a:ln/>
        </p:spPr>
        <p:txBody>
          <a:bodyPr wrap="square" rtlCol="0" anchor="ctr"/>
          <a:lstStyle/>
          <a:p>
            <a:pPr marL="285750" lvl="0" indent="-285750">
              <a:buFont typeface="Arial" panose="020B0604020202020204" pitchFamily="34" charset="0"/>
              <a:buChar char="•"/>
            </a:pPr>
            <a:r>
              <a:rPr lang="en-IN" sz="1400" dirty="0">
                <a:solidFill>
                  <a:schemeClr val="bg1"/>
                </a:solidFill>
              </a:rPr>
              <a:t>Integrate advanced adversarial attacks such as FGSM, PGD, and </a:t>
            </a:r>
            <a:r>
              <a:rPr lang="en-IN" sz="1400" dirty="0" err="1">
                <a:solidFill>
                  <a:schemeClr val="bg1"/>
                </a:solidFill>
              </a:rPr>
              <a:t>DeepFool</a:t>
            </a:r>
            <a:r>
              <a:rPr lang="en-IN" sz="1400" dirty="0">
                <a:solidFill>
                  <a:schemeClr val="bg1"/>
                </a:solidFill>
              </a:rPr>
              <a:t>. </a:t>
            </a:r>
          </a:p>
          <a:p>
            <a:pPr lvl="0"/>
            <a:endParaRPr lang="en-IN" sz="1400" dirty="0">
              <a:solidFill>
                <a:schemeClr val="bg1"/>
              </a:solidFill>
            </a:endParaRPr>
          </a:p>
          <a:p>
            <a:pPr marL="285750" lvl="0" indent="-285750">
              <a:buFont typeface="Arial" panose="020B0604020202020204" pitchFamily="34" charset="0"/>
              <a:buChar char="•"/>
            </a:pPr>
            <a:r>
              <a:rPr lang="en-IN" sz="1400" dirty="0">
                <a:solidFill>
                  <a:schemeClr val="bg1"/>
                </a:solidFill>
              </a:rPr>
              <a:t>Implement stronger </a:t>
            </a:r>
            <a:r>
              <a:rPr lang="en-IN" sz="1400" dirty="0" err="1">
                <a:solidFill>
                  <a:schemeClr val="bg1"/>
                </a:solidFill>
              </a:rPr>
              <a:t>defense</a:t>
            </a:r>
            <a:r>
              <a:rPr lang="en-IN" sz="1400" dirty="0">
                <a:solidFill>
                  <a:schemeClr val="bg1"/>
                </a:solidFill>
              </a:rPr>
              <a:t> mechanisms for improved robustness. </a:t>
            </a:r>
          </a:p>
          <a:p>
            <a:pPr lvl="0"/>
            <a:endParaRPr lang="en-IN" sz="1400" dirty="0">
              <a:solidFill>
                <a:schemeClr val="bg1"/>
              </a:solidFill>
            </a:endParaRPr>
          </a:p>
          <a:p>
            <a:pPr marL="285750" lvl="0" indent="-285750">
              <a:buFont typeface="Arial" panose="020B0604020202020204" pitchFamily="34" charset="0"/>
              <a:buChar char="•"/>
            </a:pPr>
            <a:r>
              <a:rPr lang="en-IN" sz="1400" dirty="0">
                <a:solidFill>
                  <a:schemeClr val="bg1"/>
                </a:solidFill>
              </a:rPr>
              <a:t>Evaluate the system using larger and more diverse image datasets. </a:t>
            </a:r>
          </a:p>
          <a:p>
            <a:pPr lvl="0"/>
            <a:endParaRPr lang="en-IN" sz="1400" dirty="0">
              <a:solidFill>
                <a:schemeClr val="bg1"/>
              </a:solidFill>
            </a:endParaRPr>
          </a:p>
          <a:p>
            <a:pPr marL="285750" lvl="0" indent="-285750">
              <a:buFont typeface="Arial" panose="020B0604020202020204" pitchFamily="34" charset="0"/>
              <a:buChar char="•"/>
            </a:pPr>
            <a:r>
              <a:rPr lang="en-IN" sz="1400" dirty="0">
                <a:solidFill>
                  <a:schemeClr val="bg1"/>
                </a:solidFill>
              </a:rPr>
              <a:t>Add automated benchmarking reports and performance analytics. </a:t>
            </a:r>
          </a:p>
          <a:p>
            <a:pPr lvl="0"/>
            <a:endParaRPr lang="en-IN" sz="1400" dirty="0">
              <a:solidFill>
                <a:schemeClr val="bg1"/>
              </a:solidFill>
            </a:endParaRPr>
          </a:p>
          <a:p>
            <a:pPr marL="285750" lvl="0" indent="-285750">
              <a:buFont typeface="Arial" panose="020B0604020202020204" pitchFamily="34" charset="0"/>
              <a:buChar char="•"/>
            </a:pPr>
            <a:r>
              <a:rPr lang="en-IN" sz="1400" dirty="0">
                <a:solidFill>
                  <a:schemeClr val="bg1"/>
                </a:solidFill>
              </a:rPr>
              <a:t>Deploy the dashboard as a cloud-based web application. </a:t>
            </a:r>
          </a:p>
        </p:txBody>
      </p:sp>
      <p:sp>
        <p:nvSpPr>
          <p:cNvPr id="9" name="Text 7">
            <a:extLst>
              <a:ext uri="{FF2B5EF4-FFF2-40B4-BE49-F238E27FC236}">
                <a16:creationId xmlns:a16="http://schemas.microsoft.com/office/drawing/2014/main" id="{560954E6-9751-54F7-D9F8-A10BD6944BDA}"/>
              </a:ext>
            </a:extLst>
          </p:cNvPr>
          <p:cNvSpPr/>
          <p:nvPr/>
        </p:nvSpPr>
        <p:spPr>
          <a:xfrm>
            <a:off x="594360" y="5727560"/>
            <a:ext cx="10149840" cy="1051560"/>
          </a:xfrm>
          <a:prstGeom prst="rect">
            <a:avLst/>
          </a:prstGeom>
          <a:noFill/>
          <a:ln/>
        </p:spPr>
        <p:txBody>
          <a:bodyPr wrap="square" rtlCol="0" anchor="ctr"/>
          <a:lstStyle/>
          <a:p>
            <a:pPr marL="0" indent="0">
              <a:buNone/>
            </a:pPr>
            <a:endParaRPr lang="en-US" sz="1800" dirty="0"/>
          </a:p>
        </p:txBody>
      </p:sp>
      <p:sp>
        <p:nvSpPr>
          <p:cNvPr id="10" name="Text 8">
            <a:extLst>
              <a:ext uri="{FF2B5EF4-FFF2-40B4-BE49-F238E27FC236}">
                <a16:creationId xmlns:a16="http://schemas.microsoft.com/office/drawing/2014/main" id="{49C03B77-C3B5-45FE-0A16-C776481C772F}"/>
              </a:ext>
            </a:extLst>
          </p:cNvPr>
          <p:cNvSpPr/>
          <p:nvPr/>
        </p:nvSpPr>
        <p:spPr>
          <a:xfrm>
            <a:off x="640080" y="6492240"/>
            <a:ext cx="4572000" cy="274320"/>
          </a:xfrm>
          <a:prstGeom prst="rect">
            <a:avLst/>
          </a:prstGeom>
          <a:noFill/>
          <a:ln/>
        </p:spPr>
        <p:txBody>
          <a:bodyPr wrap="square" rtlCol="0" anchor="ctr"/>
          <a:lstStyle/>
          <a:p>
            <a:pPr marL="0" indent="0">
              <a:buNone/>
            </a:pPr>
            <a:r>
              <a:rPr lang="en-US" sz="1000" dirty="0">
                <a:solidFill>
                  <a:srgbClr val="8894C8"/>
                </a:solidFill>
                <a:latin typeface="Calibri" pitchFamily="34" charset="0"/>
                <a:ea typeface="Calibri" pitchFamily="34" charset="-122"/>
                <a:cs typeface="Calibri" pitchFamily="34" charset="-120"/>
              </a:rPr>
              <a:t>05 / Key Learnings &amp; Future Enhancements</a:t>
            </a:r>
            <a:endParaRPr lang="en-US" sz="1000" dirty="0"/>
          </a:p>
        </p:txBody>
      </p:sp>
      <p:sp>
        <p:nvSpPr>
          <p:cNvPr id="8" name="TextBox 7">
            <a:extLst>
              <a:ext uri="{FF2B5EF4-FFF2-40B4-BE49-F238E27FC236}">
                <a16:creationId xmlns:a16="http://schemas.microsoft.com/office/drawing/2014/main" id="{F4D8DBC8-4558-BDF8-64EA-AE4C50497A05}"/>
              </a:ext>
            </a:extLst>
          </p:cNvPr>
          <p:cNvSpPr txBox="1"/>
          <p:nvPr/>
        </p:nvSpPr>
        <p:spPr>
          <a:xfrm>
            <a:off x="731017" y="5361800"/>
            <a:ext cx="8962125" cy="584775"/>
          </a:xfrm>
          <a:prstGeom prst="rect">
            <a:avLst/>
          </a:prstGeom>
          <a:noFill/>
          <a:ln>
            <a:solidFill>
              <a:schemeClr val="bg2"/>
            </a:solidFill>
          </a:ln>
        </p:spPr>
        <p:txBody>
          <a:bodyPr wrap="square" rtlCol="0">
            <a:spAutoFit/>
          </a:bodyPr>
          <a:lstStyle/>
          <a:p>
            <a:r>
              <a:rPr lang="en-US" sz="1600" noProof="0">
                <a:solidFill>
                  <a:schemeClr val="bg1"/>
                </a:solidFill>
              </a:rPr>
              <a:t>This project demonstrates how adversarial attacks can affect Vision AI systems and shows that appropriate defense techniques can improve the reliability and robustness of AI predictions.</a:t>
            </a:r>
          </a:p>
        </p:txBody>
      </p:sp>
      <p:sp>
        <p:nvSpPr>
          <p:cNvPr id="12" name="TextBox 11">
            <a:extLst>
              <a:ext uri="{FF2B5EF4-FFF2-40B4-BE49-F238E27FC236}">
                <a16:creationId xmlns:a16="http://schemas.microsoft.com/office/drawing/2014/main" id="{7247BE08-C0B8-4C32-4B11-1962B1711A6E}"/>
              </a:ext>
            </a:extLst>
          </p:cNvPr>
          <p:cNvSpPr txBox="1"/>
          <p:nvPr/>
        </p:nvSpPr>
        <p:spPr>
          <a:xfrm>
            <a:off x="11098907" y="6446521"/>
            <a:ext cx="1447800" cy="276999"/>
          </a:xfrm>
          <a:prstGeom prst="rect">
            <a:avLst/>
          </a:prstGeom>
          <a:noFill/>
        </p:spPr>
        <p:txBody>
          <a:bodyPr wrap="square" rtlCol="0">
            <a:spAutoFit/>
          </a:bodyPr>
          <a:lstStyle/>
          <a:p>
            <a:r>
              <a:rPr lang="en-US" sz="1200" b="1" dirty="0">
                <a:solidFill>
                  <a:schemeClr val="bg1"/>
                </a:solidFill>
              </a:rPr>
              <a:t>Hiba Fathima K</a:t>
            </a:r>
            <a:endParaRPr lang="en-IN" sz="1200" b="1" dirty="0">
              <a:solidFill>
                <a:schemeClr val="bg1"/>
              </a:solidFill>
            </a:endParaRPr>
          </a:p>
        </p:txBody>
      </p:sp>
    </p:spTree>
    <p:extLst>
      <p:ext uri="{BB962C8B-B14F-4D97-AF65-F5344CB8AC3E}">
        <p14:creationId xmlns:p14="http://schemas.microsoft.com/office/powerpoint/2010/main" val="23228379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TotalTime>
  <Words>504</Words>
  <Application>Microsoft Office PowerPoint</Application>
  <PresentationFormat>Widescreen</PresentationFormat>
  <Paragraphs>102</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Hiba Fathima</cp:lastModifiedBy>
  <cp:revision>1</cp:revision>
  <dcterms:created xsi:type="dcterms:W3CDTF">2026-08-05T09:19:53Z</dcterms:created>
  <dcterms:modified xsi:type="dcterms:W3CDTF">2026-08-06T04:20:52Z</dcterms:modified>
</cp:coreProperties>
</file>